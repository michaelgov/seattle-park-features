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Inter SemiBold"/>
      <p:regular r:id="rId20"/>
      <p:bold r:id="rId21"/>
      <p:italic r:id="rId22"/>
      <p:boldItalic r:id="rId23"/>
    </p:embeddedFont>
    <p:embeddedFont>
      <p:font typeface="Afacad Flux"/>
      <p:regular r:id="rId24"/>
      <p:bold r:id="rId25"/>
    </p:embeddedFont>
    <p:embeddedFont>
      <p:font typeface="Inter"/>
      <p:regular r:id="rId26"/>
      <p:bold r:id="rId27"/>
      <p:italic r:id="rId28"/>
      <p:boldItalic r:id="rId29"/>
    </p:embeddedFont>
    <p:embeddedFont>
      <p:font typeface="Inter ExtraBold"/>
      <p:bold r:id="rId30"/>
      <p:boldItalic r:id="rId31"/>
    </p:embeddedFont>
    <p:embeddedFont>
      <p:font typeface="Roboto Mono"/>
      <p:regular r:id="rId32"/>
      <p:bold r:id="rId33"/>
      <p:italic r:id="rId34"/>
      <p:boldItalic r:id="rId35"/>
    </p:embeddedFont>
    <p:embeddedFont>
      <p:font typeface="Inter Medium"/>
      <p:regular r:id="rId36"/>
      <p:bold r:id="rId37"/>
      <p:italic r:id="rId38"/>
      <p:boldItalic r:id="rId39"/>
    </p:embeddedFont>
    <p:embeddedFont>
      <p:font typeface="Afacad Flux SemiBold"/>
      <p:regular r:id="rId40"/>
      <p:bold r:id="rId41"/>
    </p:embeddedFont>
    <p:embeddedFont>
      <p:font typeface="Inter Black"/>
      <p:bold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facadFluxSemiBold-regular.fntdata"/><Relationship Id="rId20" Type="http://schemas.openxmlformats.org/officeDocument/2006/relationships/font" Target="fonts/InterSemiBold-regular.fntdata"/><Relationship Id="rId42" Type="http://schemas.openxmlformats.org/officeDocument/2006/relationships/font" Target="fonts/InterBlack-bold.fntdata"/><Relationship Id="rId41" Type="http://schemas.openxmlformats.org/officeDocument/2006/relationships/font" Target="fonts/AfacadFluxSemiBold-bold.fntdata"/><Relationship Id="rId22" Type="http://schemas.openxmlformats.org/officeDocument/2006/relationships/font" Target="fonts/InterSemiBold-italic.fntdata"/><Relationship Id="rId21" Type="http://schemas.openxmlformats.org/officeDocument/2006/relationships/font" Target="fonts/InterSemiBold-bold.fntdata"/><Relationship Id="rId43" Type="http://schemas.openxmlformats.org/officeDocument/2006/relationships/font" Target="fonts/InterBlack-boldItalic.fntdata"/><Relationship Id="rId24" Type="http://schemas.openxmlformats.org/officeDocument/2006/relationships/font" Target="fonts/AfacadFlux-regular.fntdata"/><Relationship Id="rId23" Type="http://schemas.openxmlformats.org/officeDocument/2006/relationships/font" Target="fonts/Inter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regular.fntdata"/><Relationship Id="rId25" Type="http://schemas.openxmlformats.org/officeDocument/2006/relationships/font" Target="fonts/AfacadFlux-bold.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ExtraBold-boldItalic.fntdata"/><Relationship Id="rId30" Type="http://schemas.openxmlformats.org/officeDocument/2006/relationships/font" Target="fonts/InterExtraBold-bold.fntdata"/><Relationship Id="rId11" Type="http://schemas.openxmlformats.org/officeDocument/2006/relationships/slide" Target="slides/slide6.xml"/><Relationship Id="rId33" Type="http://schemas.openxmlformats.org/officeDocument/2006/relationships/font" Target="fonts/RobotoMono-bold.fntdata"/><Relationship Id="rId10" Type="http://schemas.openxmlformats.org/officeDocument/2006/relationships/slide" Target="slides/slide5.xml"/><Relationship Id="rId32" Type="http://schemas.openxmlformats.org/officeDocument/2006/relationships/font" Target="fonts/RobotoMono-regular.fntdata"/><Relationship Id="rId13" Type="http://schemas.openxmlformats.org/officeDocument/2006/relationships/slide" Target="slides/slide8.xml"/><Relationship Id="rId35" Type="http://schemas.openxmlformats.org/officeDocument/2006/relationships/font" Target="fonts/RobotoMono-boldItalic.fntdata"/><Relationship Id="rId12" Type="http://schemas.openxmlformats.org/officeDocument/2006/relationships/slide" Target="slides/slide7.xml"/><Relationship Id="rId34" Type="http://schemas.openxmlformats.org/officeDocument/2006/relationships/font" Target="fonts/RobotoMono-italic.fntdata"/><Relationship Id="rId15" Type="http://schemas.openxmlformats.org/officeDocument/2006/relationships/slide" Target="slides/slide10.xml"/><Relationship Id="rId37" Type="http://schemas.openxmlformats.org/officeDocument/2006/relationships/font" Target="fonts/InterMedium-bold.fntdata"/><Relationship Id="rId14" Type="http://schemas.openxmlformats.org/officeDocument/2006/relationships/slide" Target="slides/slide9.xml"/><Relationship Id="rId36" Type="http://schemas.openxmlformats.org/officeDocument/2006/relationships/font" Target="fonts/InterMedium-regular.fntdata"/><Relationship Id="rId17" Type="http://schemas.openxmlformats.org/officeDocument/2006/relationships/slide" Target="slides/slide12.xml"/><Relationship Id="rId39" Type="http://schemas.openxmlformats.org/officeDocument/2006/relationships/font" Target="fonts/InterMedium-boldItalic.fntdata"/><Relationship Id="rId16" Type="http://schemas.openxmlformats.org/officeDocument/2006/relationships/slide" Target="slides/slide11.xml"/><Relationship Id="rId38" Type="http://schemas.openxmlformats.org/officeDocument/2006/relationships/font" Target="fonts/Inter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5d5179b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e5d5179b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e5d5179b07_0_1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e5d5179b07_0_1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rPr>
              <a:t>Currently, Seattle has an abundance of parks that span across the city. My target user focuses primarily on residents, visitors or members in Seattle trying to find parks based on location and features.</a:t>
            </a:r>
            <a:br>
              <a:rPr lang="en" sz="800">
                <a:solidFill>
                  <a:schemeClr val="dk1"/>
                </a:solidFill>
              </a:rPr>
            </a:b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Your best bet to finding parks currently is to rely through reviews on Google maps, as current information relies on access through reviews and photos to understand if a park is suitable for their specific needs/.</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But what if the city itself could provide information about their parks to the general public?</a:t>
            </a:r>
            <a:endParaRPr sz="8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e5d5179b07_0_1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e5d5179b07_0_1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800">
                <a:solidFill>
                  <a:schemeClr val="dk1"/>
                </a:solidFill>
              </a:rPr>
              <a:t>Seattle already provides this data through its Open Data program, including information about park amenities like basketball courts, drinking fountains, and other features.</a:t>
            </a:r>
            <a:endParaRPr sz="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rPr>
              <a:t>The issue is that the data is not very usable for everyday people. It exists online, but mostly as database records, which makes it difficult for someone to quickly understand what parks are available or what amenities they offer. </a:t>
            </a:r>
            <a:br>
              <a:rPr lang="en" sz="800">
                <a:solidFill>
                  <a:schemeClr val="dk1"/>
                </a:solidFill>
              </a:rPr>
            </a:br>
            <a:r>
              <a:rPr lang="en" sz="800">
                <a:solidFill>
                  <a:schemeClr val="dk1"/>
                </a:solidFill>
              </a:rPr>
              <a:t>There also is not an easy map view that helps people explore the information visually.</a:t>
            </a:r>
            <a:endParaRPr sz="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800">
                <a:solidFill>
                  <a:schemeClr val="dk1"/>
                </a:solidFill>
              </a:rPr>
              <a:t>This matters because people use parks for different reasons. Some may be looking for a place to play sports, some may need a gathering space, and others may just want somewhere to exercise or relax.</a:t>
            </a:r>
            <a:br>
              <a:rPr lang="en" sz="800">
                <a:solidFill>
                  <a:schemeClr val="dk1"/>
                </a:solidFill>
              </a:rPr>
            </a:br>
            <a:r>
              <a:rPr lang="en" sz="800">
                <a:solidFill>
                  <a:schemeClr val="dk1"/>
                </a:solidFill>
              </a:rPr>
              <a:t>Making this data easier to explore helps people make better decisions about which parks fit their needs.</a:t>
            </a:r>
            <a:endParaRPr sz="800">
              <a:solidFill>
                <a:schemeClr val="dk1"/>
              </a:solidFill>
            </a:endParaRPr>
          </a:p>
          <a:p>
            <a:pPr indent="0" lvl="0" marL="0" rtl="0" algn="l">
              <a:spcBef>
                <a:spcPts val="1200"/>
              </a:spcBef>
              <a:spcAft>
                <a:spcPts val="0"/>
              </a:spcAft>
              <a:buClr>
                <a:schemeClr val="dk1"/>
              </a:buClr>
              <a:buSzPts val="1100"/>
              <a:buFont typeface="Arial"/>
              <a:buNone/>
            </a:pPr>
            <a:r>
              <a:t/>
            </a:r>
            <a:endParaRPr sz="8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e5d5179b07_0_1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e5d5179b07_0_1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800"/>
              <a:t>The goal of this project is to make information about Seattle parks and their features more portable, accessible, and useful for everyday users.</a:t>
            </a:r>
            <a:endParaRPr sz="800"/>
          </a:p>
          <a:p>
            <a:pPr indent="0" lvl="0" marL="0" rtl="0" algn="l">
              <a:lnSpc>
                <a:spcPct val="115000"/>
              </a:lnSpc>
              <a:spcBef>
                <a:spcPts val="1200"/>
              </a:spcBef>
              <a:spcAft>
                <a:spcPts val="0"/>
              </a:spcAft>
              <a:buClr>
                <a:schemeClr val="dk1"/>
              </a:buClr>
              <a:buSzPts val="1100"/>
              <a:buFont typeface="Arial"/>
              <a:buNone/>
            </a:pPr>
            <a:r>
              <a:rPr lang="en" sz="800"/>
              <a:t>For my insight focus, I chose to create a tool that visualizes park information in a clearer way. This focus came from the idea that the main beneficiaries of this project are people who want to use parks, but may not have an easy way to explore what each offers.</a:t>
            </a:r>
            <a:endParaRPr sz="800"/>
          </a:p>
          <a:p>
            <a:pPr indent="0" lvl="0" marL="0" rtl="0" algn="l">
              <a:lnSpc>
                <a:spcPct val="115000"/>
              </a:lnSpc>
              <a:spcBef>
                <a:spcPts val="1200"/>
              </a:spcBef>
              <a:spcAft>
                <a:spcPts val="0"/>
              </a:spcAft>
              <a:buClr>
                <a:schemeClr val="dk1"/>
              </a:buClr>
              <a:buSzPts val="1100"/>
              <a:buFont typeface="Arial"/>
              <a:buNone/>
            </a:pPr>
            <a:r>
              <a:rPr lang="en" sz="800"/>
              <a:t>I wanted to build a platform that could take Seattle’s open data, connect it into one structure, and display it through an interactive map.</a:t>
            </a:r>
            <a:endParaRPr sz="800"/>
          </a:p>
          <a:p>
            <a:pPr indent="0" lvl="0" marL="0" rtl="0" algn="l">
              <a:spcBef>
                <a:spcPts val="1200"/>
              </a:spcBef>
              <a:spcAft>
                <a:spcPts val="0"/>
              </a:spcAft>
              <a:buNone/>
            </a:pPr>
            <a:r>
              <a:t/>
            </a:r>
            <a:endParaRPr sz="8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e5d5179b07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e5d5179b07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800"/>
              <a:t>The system needs to let users search and filter Seattle parks using basic discovery information, such as park name, address, ZIP code, location, and available features.</a:t>
            </a:r>
            <a:endParaRPr sz="800"/>
          </a:p>
          <a:p>
            <a:pPr indent="0" lvl="0" marL="0" rtl="0" algn="l">
              <a:lnSpc>
                <a:spcPct val="115000"/>
              </a:lnSpc>
              <a:spcBef>
                <a:spcPts val="1200"/>
              </a:spcBef>
              <a:spcAft>
                <a:spcPts val="0"/>
              </a:spcAft>
              <a:buClr>
                <a:schemeClr val="dk1"/>
              </a:buClr>
              <a:buSzPts val="1100"/>
              <a:buFont typeface="Arial"/>
              <a:buNone/>
            </a:pPr>
            <a:r>
              <a:rPr lang="en" sz="800"/>
              <a:t>The scope of this project is limited to Seattle public parks using existing records from the city’s Open Data program. This version does not include live user location or real-time park conditions, such as crowd levels, current hours, or temporary closures.</a:t>
            </a:r>
            <a:endParaRPr sz="800"/>
          </a:p>
          <a:p>
            <a:pPr indent="0" lvl="0" marL="0" rtl="0" algn="l">
              <a:lnSpc>
                <a:spcPct val="115000"/>
              </a:lnSpc>
              <a:spcBef>
                <a:spcPts val="1200"/>
              </a:spcBef>
              <a:spcAft>
                <a:spcPts val="0"/>
              </a:spcAft>
              <a:buClr>
                <a:schemeClr val="dk1"/>
              </a:buClr>
              <a:buSzPts val="1100"/>
              <a:buFont typeface="Arial"/>
              <a:buNone/>
            </a:pPr>
            <a:r>
              <a:rPr lang="en" sz="800"/>
              <a:t>Instead, the focus is on proving that existing public data can be restructured into a more accessible format that users can search, filter, and explore through a map.</a:t>
            </a:r>
            <a:endParaRPr sz="800"/>
          </a:p>
          <a:p>
            <a:pPr indent="0" lvl="0" marL="0" rtl="0" algn="l">
              <a:spcBef>
                <a:spcPts val="1200"/>
              </a:spcBef>
              <a:spcAft>
                <a:spcPts val="0"/>
              </a:spcAft>
              <a:buNone/>
            </a:pPr>
            <a:r>
              <a:t/>
            </a:r>
            <a:endParaRPr sz="8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5d5179b07_0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e5d5179b07_0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800">
                <a:solidFill>
                  <a:schemeClr val="dk1"/>
                </a:solidFill>
              </a:rPr>
              <a:t>Although they are public and available to utilize, the current structures that Seattle currently provides for park data are only accessible as CSV and JSON structures. </a:t>
            </a:r>
            <a:endParaRPr sz="800">
              <a:solidFill>
                <a:schemeClr val="dk1"/>
              </a:solidFill>
            </a:endParaRPr>
          </a:p>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The first dataset is from Parks &amp; Recreation Addresses dataset, which contains general park information, such as the park name, address, coordinates, and the property management area ID, or pmaid. The second dataset contains park feature information only and associates them solely by their PMAID.</a:t>
            </a:r>
            <a:endParaRPr sz="800">
              <a:solidFill>
                <a:schemeClr val="dk1"/>
              </a:solidFill>
            </a:endParaRPr>
          </a:p>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0" rtl="0" algn="l">
              <a:spcBef>
                <a:spcPts val="0"/>
              </a:spcBef>
              <a:spcAft>
                <a:spcPts val="0"/>
              </a:spcAft>
              <a:buClr>
                <a:schemeClr val="dk1"/>
              </a:buClr>
              <a:buSzPts val="1100"/>
              <a:buFont typeface="Arial"/>
              <a:buNone/>
            </a:pPr>
            <a:r>
              <a:rPr lang="en" sz="800">
                <a:solidFill>
                  <a:schemeClr val="dk1"/>
                </a:solidFill>
              </a:rPr>
              <a:t>The important part about this is that the current structure for both datasets have a shared identifier. The pmaid is what joins the two separate structures to be connected. However, in their original form, the data is still split across separate files, which makes it inaccessible for users to access and process.</a:t>
            </a:r>
            <a:endParaRPr sz="8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e5d5179b07_0_1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e5d5179b07_0_1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To fix this separation, I used the shared pmaid field to connect the park location records and feature records together. From there, I created a new compiled JSON structure.</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In the improved version, each park record contains its general information, such as its name, address, ZIP code, and coordinates, but it also includes a features array. This means the amenities are no longer separated from the park record.</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For example, instead of looking up a park with a specific PMAID in one file and then manually searching another file for its features, the new structure already includes those features directly inside the park object.</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I used AI and Python to help parse the original datasets, match records by pmaid, and generate a new JSON file. This makes the data more portable because it can be used directly with a Flask API and integrated into Streamlit and OpenStreetMap to support filtering by features and other descriptors.</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Overall, this structure better supports community needs by helping users find parks based on specific conditions, such as locating parks in a certain ZIP code that have bathrooms.</a:t>
            </a:r>
            <a:endParaRPr sz="8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e5d5179b07_0_1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e5d5179b07_0_1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For my wireframes, I focused on simplicity and accessibility. </a:t>
            </a:r>
            <a:br>
              <a:rPr lang="en" sz="800"/>
            </a:br>
            <a:r>
              <a:rPr lang="en" sz="800"/>
              <a:t>I wanted users to quickly filter parks by features, view full park details, and see results on a Seattle map. </a:t>
            </a:r>
            <a:br>
              <a:rPr lang="en" sz="800"/>
            </a:br>
            <a:r>
              <a:rPr lang="en" sz="800"/>
              <a:t>The design is intentionally simple, but it supports the main goal of the project: making the information structure easier to access, understand, and use. </a:t>
            </a:r>
            <a:endParaRPr sz="8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e5d5179b07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e5d5179b07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make the improved structure accessible, I used </a:t>
            </a:r>
            <a:r>
              <a:rPr b="1" lang="en">
                <a:solidFill>
                  <a:schemeClr val="dk1"/>
                </a:solidFill>
              </a:rPr>
              <a:t>Flask</a:t>
            </a:r>
            <a:r>
              <a:rPr lang="en">
                <a:solidFill>
                  <a:schemeClr val="dk1"/>
                </a:solidFill>
              </a:rPr>
              <a:t> and </a:t>
            </a:r>
            <a:r>
              <a:rPr b="1" lang="en">
                <a:solidFill>
                  <a:schemeClr val="dk1"/>
                </a:solidFill>
              </a:rPr>
              <a:t>ngrok</a:t>
            </a:r>
            <a:r>
              <a:rPr lang="en">
                <a:solidFill>
                  <a:schemeClr val="dk1"/>
                </a:solidFill>
              </a:rPr>
              <a:t> to host API endpoints for the JSON data. I then used </a:t>
            </a:r>
            <a:r>
              <a:rPr b="1" lang="en">
                <a:solidFill>
                  <a:schemeClr val="dk1"/>
                </a:solidFill>
              </a:rPr>
              <a:t>Streamlit</a:t>
            </a:r>
            <a:r>
              <a:rPr lang="en">
                <a:solidFill>
                  <a:schemeClr val="dk1"/>
                </a:solidFill>
              </a:rPr>
              <a:t> to create the website interface, which displays the joined park data in an interactive and user-friendly way.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Through the site, users can access the tool from either desktop or mobile and explore parks across Seattle. They can search by name or address, filter by ZIP code, and choose specific park features to find spaces that best fit their needs.</a:t>
            </a:r>
            <a:endParaRPr>
              <a:solidFill>
                <a:schemeClr val="dk1"/>
              </a:solidFill>
            </a:endParaRPr>
          </a:p>
          <a:p>
            <a:pPr indent="0" lvl="0" marL="0" rtl="0" algn="l">
              <a:spcBef>
                <a:spcPts val="1200"/>
              </a:spcBef>
              <a:spcAft>
                <a:spcPts val="0"/>
              </a:spcAft>
              <a:buNone/>
            </a:pPr>
            <a:br>
              <a:rPr lang="en" sz="800"/>
            </a:br>
            <a:br>
              <a:rPr lang="en" sz="800"/>
            </a:br>
            <a:r>
              <a:rPr lang="en" sz="800"/>
              <a:t>Unfortunately, I wasn’t able to fully create a map layout that envelops the whole screen for mobile devices. Just the limitations of using streamlit, but it is usable in both mobile and desktop and accessible via link, and I felt this was an effective cost for the benefit of making it interactive </a:t>
            </a:r>
            <a:r>
              <a:rPr lang="en" sz="800"/>
              <a:t>thorough</a:t>
            </a:r>
            <a:r>
              <a:rPr lang="en" sz="800"/>
              <a:t> streamlit</a:t>
            </a:r>
            <a:endParaRPr sz="8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5d5179b07_0_1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e5d5179b07_0_1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e5d5179b07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e5d5179b07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terms of </a:t>
            </a:r>
            <a:r>
              <a:rPr b="1" lang="en">
                <a:solidFill>
                  <a:schemeClr val="dk1"/>
                </a:solidFill>
              </a:rPr>
              <a:t>data quality</a:t>
            </a:r>
            <a:r>
              <a:rPr lang="en">
                <a:solidFill>
                  <a:schemeClr val="dk1"/>
                </a:solidFill>
              </a:rPr>
              <a:t>, the improved structure makes it easier to spot missing or incomplete information because each park’s metadata, location, and features are stored together in one JSON object. This also makes it easier to run future checks for incomplete or malformed records.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t>
            </a:r>
            <a:r>
              <a:rPr b="1" lang="en">
                <a:solidFill>
                  <a:schemeClr val="dk1"/>
                </a:solidFill>
              </a:rPr>
              <a:t>information security</a:t>
            </a:r>
            <a:r>
              <a:rPr lang="en">
                <a:solidFill>
                  <a:schemeClr val="dk1"/>
                </a:solidFill>
              </a:rPr>
              <a:t>, the project is using public data, so confidentiality is less of a concern. However, integrity and availability still matter. By using a standardized JSON structure, changes can be tracked and reviewed more easily. API logs, error checks, and endpoint testing can also help make sure the system is reliable and working as expected.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t>
            </a:r>
            <a:r>
              <a:rPr b="1" lang="en">
                <a:solidFill>
                  <a:schemeClr val="dk1"/>
                </a:solidFill>
              </a:rPr>
              <a:t>performance</a:t>
            </a:r>
            <a:r>
              <a:rPr lang="en">
                <a:solidFill>
                  <a:schemeClr val="dk1"/>
                </a:solidFill>
              </a:rPr>
              <a:t>, the app does not have to repeatedly join the address and feature datasets every time someone searches or filters. Because the data is already connected through PMAID, the API and Streamlit interface can retrieve park records more efficiently.</a:t>
            </a:r>
            <a:endParaRPr>
              <a:solidFill>
                <a:schemeClr val="dk1"/>
              </a:solidFill>
            </a:endParaRPr>
          </a:p>
          <a:p>
            <a:pPr indent="0" lvl="0" marL="0" rtl="0" algn="l">
              <a:spcBef>
                <a:spcPts val="1200"/>
              </a:spcBef>
              <a:spcAft>
                <a:spcPts val="0"/>
              </a:spcAft>
              <a:buNone/>
            </a:pPr>
            <a:r>
              <a:t/>
            </a:r>
            <a:endParaRPr sz="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e5d5179b07_0_1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e5d5179b07_0_1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project applies the FAIR principles through a portable API-based structure and interactive map.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t>
            </a:r>
            <a:r>
              <a:rPr b="1" lang="en">
                <a:solidFill>
                  <a:schemeClr val="dk1"/>
                </a:solidFill>
              </a:rPr>
              <a:t>Findability</a:t>
            </a:r>
            <a:r>
              <a:rPr lang="en">
                <a:solidFill>
                  <a:schemeClr val="dk1"/>
                </a:solidFill>
              </a:rPr>
              <a:t>, each park has a unique identifier through its </a:t>
            </a:r>
            <a:r>
              <a:rPr lang="en">
                <a:solidFill>
                  <a:srgbClr val="188038"/>
                </a:solidFill>
                <a:latin typeface="Roboto Mono"/>
                <a:ea typeface="Roboto Mono"/>
                <a:cs typeface="Roboto Mono"/>
                <a:sym typeface="Roboto Mono"/>
              </a:rPr>
              <a:t>pmaid</a:t>
            </a:r>
            <a:r>
              <a:rPr lang="en">
                <a:solidFill>
                  <a:schemeClr val="dk1"/>
                </a:solidFill>
              </a:rPr>
              <a:t>, which connects the location data and feature data together.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t>
            </a:r>
            <a:r>
              <a:rPr b="1" lang="en">
                <a:solidFill>
                  <a:schemeClr val="dk1"/>
                </a:solidFill>
              </a:rPr>
              <a:t>Accessibility</a:t>
            </a:r>
            <a:r>
              <a:rPr lang="en">
                <a:solidFill>
                  <a:schemeClr val="dk1"/>
                </a:solidFill>
              </a:rPr>
              <a:t>, the data can be retrieved through Flask API endpoints, allowing users or applications to access park records by request.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t>
            </a:r>
            <a:r>
              <a:rPr b="1" lang="en">
                <a:solidFill>
                  <a:schemeClr val="dk1"/>
                </a:solidFill>
              </a:rPr>
              <a:t>Interoperability</a:t>
            </a:r>
            <a:r>
              <a:rPr lang="en">
                <a:solidFill>
                  <a:schemeClr val="dk1"/>
                </a:solidFill>
              </a:rPr>
              <a:t>, the structure uses JSON, a standard format that can be read by web apps, APIs, data tools, and other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a:t>
            </a:r>
            <a:r>
              <a:rPr b="1" lang="en">
                <a:solidFill>
                  <a:schemeClr val="dk1"/>
                </a:solidFill>
              </a:rPr>
              <a:t>Reusability</a:t>
            </a:r>
            <a:r>
              <a:rPr lang="en">
                <a:solidFill>
                  <a:schemeClr val="dk1"/>
                </a:solidFill>
              </a:rPr>
              <a:t>, each park record is richly described with useful attributes, such as its name, address, ZIP code, coordinates, and available features. This makes the structure easier to reuse in other tools, maps, or applications.</a:t>
            </a:r>
            <a:endParaRPr>
              <a:solidFill>
                <a:schemeClr val="dk1"/>
              </a:solidFill>
            </a:endParaRPr>
          </a:p>
          <a:p>
            <a:pPr indent="0" lvl="0" marL="0" rtl="0" algn="l">
              <a:spcBef>
                <a:spcPts val="1200"/>
              </a:spcBef>
              <a:spcAft>
                <a:spcPts val="0"/>
              </a:spcAft>
              <a:buNone/>
            </a:pPr>
            <a:r>
              <a:t/>
            </a:r>
            <a:endParaRPr sz="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e5d5179b07_0_1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e5d5179b07_0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Before the improved structure, finding park features across Seattle was a tedious process. Park location data and feature data were stored separately, which made the information harder to access and use for everyday people who just want to find parks that match their needs.</a:t>
            </a:r>
            <a:endParaRPr/>
          </a:p>
          <a:p>
            <a:pPr indent="0" lvl="0" marL="0" rtl="0" algn="l">
              <a:lnSpc>
                <a:spcPct val="115000"/>
              </a:lnSpc>
              <a:spcBef>
                <a:spcPts val="1200"/>
              </a:spcBef>
              <a:spcAft>
                <a:spcPts val="0"/>
              </a:spcAft>
              <a:buClr>
                <a:schemeClr val="dk1"/>
              </a:buClr>
              <a:buSzPts val="1100"/>
              <a:buFont typeface="Arial"/>
              <a:buNone/>
            </a:pPr>
            <a:r>
              <a:rPr lang="en"/>
              <a:t>With the new Park Feature Explorer, that information is brought together in a more accessible way. Users can explore parks through the map, search by name or address, filter by ZIP code, and choose specific amenities or features they are looking for.</a:t>
            </a:r>
            <a:endParaRPr/>
          </a:p>
          <a:p>
            <a:pPr indent="0" lvl="0" marL="0" rtl="0" algn="l">
              <a:lnSpc>
                <a:spcPct val="115000"/>
              </a:lnSpc>
              <a:spcBef>
                <a:spcPts val="1200"/>
              </a:spcBef>
              <a:spcAft>
                <a:spcPts val="0"/>
              </a:spcAft>
              <a:buClr>
                <a:schemeClr val="dk1"/>
              </a:buClr>
              <a:buSzPts val="1100"/>
              <a:buFont typeface="Arial"/>
              <a:buNone/>
            </a:pPr>
            <a:r>
              <a:rPr lang="en"/>
              <a:t>By joining everything into one centralized JSON record, the structure also makes the data easier to validate and more accurate, since each park now contains its metadata, location, and features in one place, provided by data from the City of Seattle.</a:t>
            </a:r>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e5d5179b07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e5d5179b07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3">
    <p:spTree>
      <p:nvGrpSpPr>
        <p:cNvPr id="9" name="Shape 9"/>
        <p:cNvGrpSpPr/>
        <p:nvPr/>
      </p:nvGrpSpPr>
      <p:grpSpPr>
        <a:xfrm>
          <a:off x="0" y="0"/>
          <a:ext cx="0" cy="0"/>
          <a:chOff x="0" y="0"/>
          <a:chExt cx="0" cy="0"/>
        </a:xfrm>
      </p:grpSpPr>
      <p:sp>
        <p:nvSpPr>
          <p:cNvPr id="10" name="Google Shape;10;p2"/>
          <p:cNvSpPr txBox="1"/>
          <p:nvPr>
            <p:ph type="title"/>
          </p:nvPr>
        </p:nvSpPr>
        <p:spPr>
          <a:xfrm>
            <a:off x="228600" y="457200"/>
            <a:ext cx="8686800" cy="16584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sz="6400">
                <a:solidFill>
                  <a:schemeClr val="lt1"/>
                </a:solidFill>
                <a:latin typeface="Afacad Flux SemiBold"/>
                <a:ea typeface="Afacad Flux SemiBold"/>
                <a:cs typeface="Afacad Flux SemiBold"/>
                <a:sym typeface="Afacad Flux SemiBold"/>
              </a:defRPr>
            </a:lvl9pPr>
          </a:lstStyle>
          <a:p/>
        </p:txBody>
      </p:sp>
      <p:sp>
        <p:nvSpPr>
          <p:cNvPr id="11" name="Google Shape;11;p2"/>
          <p:cNvSpPr txBox="1"/>
          <p:nvPr>
            <p:ph idx="1" type="subTitle"/>
          </p:nvPr>
        </p:nvSpPr>
        <p:spPr>
          <a:xfrm>
            <a:off x="228600" y="2006175"/>
            <a:ext cx="4346700" cy="3468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1pPr>
            <a:lvl2pPr lvl="1">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2pPr>
            <a:lvl3pPr lvl="2">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3pPr>
            <a:lvl4pPr lvl="3">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4pPr>
            <a:lvl5pPr lvl="4">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5pPr>
            <a:lvl6pPr lvl="5">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6pPr>
            <a:lvl7pPr lvl="6">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7pPr>
            <a:lvl8pPr lvl="7">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8pPr>
            <a:lvl9pPr lvl="8">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9pPr>
          </a:lstStyle>
          <a:p/>
        </p:txBody>
      </p:sp>
      <p:sp>
        <p:nvSpPr>
          <p:cNvPr id="12" name="Google Shape;12;p2"/>
          <p:cNvSpPr txBox="1"/>
          <p:nvPr>
            <p:ph idx="2"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2"/>
              </a:buClr>
              <a:buSzPts val="600"/>
              <a:buFont typeface="Inter"/>
              <a:buNone/>
              <a:defRPr>
                <a:solidFill>
                  <a:schemeClr val="dk2"/>
                </a:solidFill>
              </a:defRPr>
            </a:lvl1pPr>
            <a:lvl2pPr lvl="1" algn="r">
              <a:spcBef>
                <a:spcPts val="0"/>
              </a:spcBef>
              <a:spcAft>
                <a:spcPts val="0"/>
              </a:spcAft>
              <a:buClr>
                <a:schemeClr val="dk2"/>
              </a:buClr>
              <a:buSzPts val="1400"/>
              <a:buFont typeface="Inter"/>
              <a:buNone/>
              <a:defRPr>
                <a:solidFill>
                  <a:schemeClr val="dk2"/>
                </a:solidFill>
              </a:defRPr>
            </a:lvl2pPr>
            <a:lvl3pPr lvl="2" algn="r">
              <a:spcBef>
                <a:spcPts val="0"/>
              </a:spcBef>
              <a:spcAft>
                <a:spcPts val="0"/>
              </a:spcAft>
              <a:buClr>
                <a:schemeClr val="dk2"/>
              </a:buClr>
              <a:buSzPts val="1400"/>
              <a:buFont typeface="Inter"/>
              <a:buNone/>
              <a:defRPr>
                <a:solidFill>
                  <a:schemeClr val="dk2"/>
                </a:solidFill>
              </a:defRPr>
            </a:lvl3pPr>
            <a:lvl4pPr lvl="3" algn="r">
              <a:spcBef>
                <a:spcPts val="0"/>
              </a:spcBef>
              <a:spcAft>
                <a:spcPts val="0"/>
              </a:spcAft>
              <a:buClr>
                <a:schemeClr val="dk2"/>
              </a:buClr>
              <a:buSzPts val="1400"/>
              <a:buFont typeface="Inter"/>
              <a:buNone/>
              <a:defRPr>
                <a:solidFill>
                  <a:schemeClr val="dk2"/>
                </a:solidFill>
              </a:defRPr>
            </a:lvl4pPr>
            <a:lvl5pPr lvl="4" algn="r">
              <a:spcBef>
                <a:spcPts val="0"/>
              </a:spcBef>
              <a:spcAft>
                <a:spcPts val="0"/>
              </a:spcAft>
              <a:buClr>
                <a:schemeClr val="dk2"/>
              </a:buClr>
              <a:buSzPts val="1400"/>
              <a:buFont typeface="Inter"/>
              <a:buNone/>
              <a:defRPr>
                <a:solidFill>
                  <a:schemeClr val="dk2"/>
                </a:solidFill>
              </a:defRPr>
            </a:lvl5pPr>
            <a:lvl6pPr lvl="5" algn="r">
              <a:spcBef>
                <a:spcPts val="0"/>
              </a:spcBef>
              <a:spcAft>
                <a:spcPts val="0"/>
              </a:spcAft>
              <a:buClr>
                <a:schemeClr val="dk2"/>
              </a:buClr>
              <a:buSzPts val="1400"/>
              <a:buFont typeface="Inter"/>
              <a:buNone/>
              <a:defRPr>
                <a:solidFill>
                  <a:schemeClr val="dk2"/>
                </a:solidFill>
              </a:defRPr>
            </a:lvl6pPr>
            <a:lvl7pPr lvl="6" algn="r">
              <a:spcBef>
                <a:spcPts val="0"/>
              </a:spcBef>
              <a:spcAft>
                <a:spcPts val="0"/>
              </a:spcAft>
              <a:buClr>
                <a:schemeClr val="dk2"/>
              </a:buClr>
              <a:buSzPts val="1400"/>
              <a:buFont typeface="Inter"/>
              <a:buNone/>
              <a:defRPr>
                <a:solidFill>
                  <a:schemeClr val="dk2"/>
                </a:solidFill>
              </a:defRPr>
            </a:lvl7pPr>
            <a:lvl8pPr lvl="7" algn="r">
              <a:spcBef>
                <a:spcPts val="0"/>
              </a:spcBef>
              <a:spcAft>
                <a:spcPts val="0"/>
              </a:spcAft>
              <a:buClr>
                <a:schemeClr val="dk2"/>
              </a:buClr>
              <a:buSzPts val="1400"/>
              <a:buFont typeface="Inter"/>
              <a:buNone/>
              <a:defRPr>
                <a:solidFill>
                  <a:schemeClr val="dk2"/>
                </a:solidFill>
              </a:defRPr>
            </a:lvl8pPr>
            <a:lvl9pPr lvl="8" algn="r">
              <a:spcBef>
                <a:spcPts val="0"/>
              </a:spcBef>
              <a:spcAft>
                <a:spcPts val="0"/>
              </a:spcAft>
              <a:buClr>
                <a:schemeClr val="dk2"/>
              </a:buClr>
              <a:buSzPts val="1400"/>
              <a:buFont typeface="Inter"/>
              <a:buNone/>
              <a:defRPr>
                <a:solidFill>
                  <a:schemeClr val="dk2"/>
                </a:solidFill>
              </a:defRPr>
            </a:lvl9pPr>
          </a:lstStyle>
          <a:p/>
        </p:txBody>
      </p:sp>
      <p:sp>
        <p:nvSpPr>
          <p:cNvPr id="13" name="Google Shape;13;p2"/>
          <p:cNvSpPr txBox="1"/>
          <p:nvPr>
            <p:ph idx="3" type="subTitle"/>
          </p:nvPr>
        </p:nvSpPr>
        <p:spPr>
          <a:xfrm>
            <a:off x="228600" y="4843625"/>
            <a:ext cx="64914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14" name="Google Shape;14;p2"/>
          <p:cNvSpPr txBox="1"/>
          <p:nvPr>
            <p:ph idx="4" type="subTitle"/>
          </p:nvPr>
        </p:nvSpPr>
        <p:spPr>
          <a:xfrm>
            <a:off x="345600" y="230200"/>
            <a:ext cx="1752600" cy="68700"/>
          </a:xfrm>
          <a:prstGeom prst="rect">
            <a:avLst/>
          </a:prstGeom>
        </p:spPr>
        <p:txBody>
          <a:bodyPr anchorCtr="0" anchor="t" bIns="0" lIns="0" spcFirstLastPara="1" rIns="0" wrap="square" tIns="0">
            <a:noAutofit/>
          </a:bodyPr>
          <a:lstStyle>
            <a:lvl1pPr lvl="0" algn="l">
              <a:spcBef>
                <a:spcPts val="0"/>
              </a:spcBef>
              <a:spcAft>
                <a:spcPts val="0"/>
              </a:spcAft>
              <a:buSzPts val="600"/>
              <a:buFont typeface="Inter"/>
              <a:buNone/>
              <a:defRPr/>
            </a:lvl1pPr>
            <a:lvl2pPr lvl="1" algn="l">
              <a:spcBef>
                <a:spcPts val="0"/>
              </a:spcBef>
              <a:spcAft>
                <a:spcPts val="0"/>
              </a:spcAft>
              <a:buSzPts val="1400"/>
              <a:buFont typeface="Inter"/>
              <a:buNone/>
              <a:defRPr/>
            </a:lvl2pPr>
            <a:lvl3pPr lvl="2" algn="l">
              <a:spcBef>
                <a:spcPts val="0"/>
              </a:spcBef>
              <a:spcAft>
                <a:spcPts val="0"/>
              </a:spcAft>
              <a:buSzPts val="1400"/>
              <a:buFont typeface="Inter"/>
              <a:buNone/>
              <a:defRPr/>
            </a:lvl3pPr>
            <a:lvl4pPr lvl="3" algn="l">
              <a:spcBef>
                <a:spcPts val="0"/>
              </a:spcBef>
              <a:spcAft>
                <a:spcPts val="0"/>
              </a:spcAft>
              <a:buSzPts val="1400"/>
              <a:buFont typeface="Inter"/>
              <a:buNone/>
              <a:defRPr/>
            </a:lvl4pPr>
            <a:lvl5pPr lvl="4" algn="l">
              <a:spcBef>
                <a:spcPts val="0"/>
              </a:spcBef>
              <a:spcAft>
                <a:spcPts val="0"/>
              </a:spcAft>
              <a:buSzPts val="1400"/>
              <a:buFont typeface="Inter"/>
              <a:buNone/>
              <a:defRPr/>
            </a:lvl5pPr>
            <a:lvl6pPr lvl="5" algn="l">
              <a:spcBef>
                <a:spcPts val="0"/>
              </a:spcBef>
              <a:spcAft>
                <a:spcPts val="0"/>
              </a:spcAft>
              <a:buSzPts val="1400"/>
              <a:buFont typeface="Inter"/>
              <a:buNone/>
              <a:defRPr/>
            </a:lvl6pPr>
            <a:lvl7pPr lvl="6" algn="l">
              <a:spcBef>
                <a:spcPts val="0"/>
              </a:spcBef>
              <a:spcAft>
                <a:spcPts val="0"/>
              </a:spcAft>
              <a:buSzPts val="1400"/>
              <a:buFont typeface="Inter"/>
              <a:buNone/>
              <a:defRPr/>
            </a:lvl7pPr>
            <a:lvl8pPr lvl="7" algn="l">
              <a:spcBef>
                <a:spcPts val="0"/>
              </a:spcBef>
              <a:spcAft>
                <a:spcPts val="0"/>
              </a:spcAft>
              <a:buSzPts val="1400"/>
              <a:buFont typeface="Inter"/>
              <a:buNone/>
              <a:defRPr/>
            </a:lvl8pPr>
            <a:lvl9pPr lvl="8" algn="l">
              <a:spcBef>
                <a:spcPts val="0"/>
              </a:spcBef>
              <a:spcAft>
                <a:spcPts val="0"/>
              </a:spcAft>
              <a:buSzPts val="1400"/>
              <a:buFont typeface="Inter"/>
              <a:buNone/>
              <a:defRPr/>
            </a:lvl9pPr>
          </a:lstStyle>
          <a:p/>
        </p:txBody>
      </p:sp>
      <p:sp>
        <p:nvSpPr>
          <p:cNvPr id="15" name="Google Shape;15;p2"/>
          <p:cNvSpPr/>
          <p:nvPr/>
        </p:nvSpPr>
        <p:spPr>
          <a:xfrm rot="-5400000">
            <a:off x="7665000" y="3204727"/>
            <a:ext cx="2112000" cy="846000"/>
          </a:xfrm>
          <a:prstGeom prst="round2SameRect">
            <a:avLst>
              <a:gd fmla="val 4569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16" name="Google Shape;16;p2"/>
          <p:cNvSpPr/>
          <p:nvPr/>
        </p:nvSpPr>
        <p:spPr>
          <a:xfrm rot="5400000">
            <a:off x="-633000" y="3204773"/>
            <a:ext cx="2112000" cy="846000"/>
          </a:xfrm>
          <a:prstGeom prst="round2SameRect">
            <a:avLst>
              <a:gd fmla="val 4569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17" name="Google Shape;17;p2"/>
          <p:cNvSpPr/>
          <p:nvPr>
            <p:ph idx="5" type="pic"/>
          </p:nvPr>
        </p:nvSpPr>
        <p:spPr>
          <a:xfrm>
            <a:off x="976800" y="2569464"/>
            <a:ext cx="7190400" cy="2112000"/>
          </a:xfrm>
          <a:prstGeom prst="roundRect">
            <a:avLst>
              <a:gd fmla="val 16667" name="adj"/>
            </a:avLst>
          </a:prstGeom>
          <a:noFill/>
          <a:ln>
            <a:noFill/>
          </a:ln>
        </p:spPr>
      </p:sp>
      <p:sp>
        <p:nvSpPr>
          <p:cNvPr id="18" name="Google Shape;18;p2"/>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19" name="Google Shape;19;p2"/>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u="sng">
              <a:solidFill>
                <a:schemeClr val="accent1"/>
              </a:solidFill>
              <a:latin typeface="Inter"/>
              <a:ea typeface="Inter"/>
              <a:cs typeface="Inter"/>
              <a:sym typeface="Inte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p:cSld name="BLANK_1_2_1">
    <p:spTree>
      <p:nvGrpSpPr>
        <p:cNvPr id="20" name="Shape 20"/>
        <p:cNvGrpSpPr/>
        <p:nvPr/>
      </p:nvGrpSpPr>
      <p:grpSpPr>
        <a:xfrm>
          <a:off x="0" y="0"/>
          <a:ext cx="0" cy="0"/>
          <a:chOff x="0" y="0"/>
          <a:chExt cx="0" cy="0"/>
        </a:xfrm>
      </p:grpSpPr>
      <p:sp>
        <p:nvSpPr>
          <p:cNvPr id="21" name="Google Shape;21;p3"/>
          <p:cNvSpPr txBox="1"/>
          <p:nvPr>
            <p:ph type="title"/>
          </p:nvPr>
        </p:nvSpPr>
        <p:spPr>
          <a:xfrm>
            <a:off x="228600" y="457200"/>
            <a:ext cx="42966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latin typeface="Afacad Flux SemiBold"/>
                <a:ea typeface="Afacad Flux SemiBold"/>
                <a:cs typeface="Afacad Flux SemiBold"/>
                <a:sym typeface="Afacad Flux SemiBold"/>
              </a:defRPr>
            </a:lvl1pPr>
            <a:lvl2pPr lvl="1">
              <a:lnSpc>
                <a:spcPct val="70000"/>
              </a:lnSpc>
              <a:spcBef>
                <a:spcPts val="0"/>
              </a:spcBef>
              <a:spcAft>
                <a:spcPts val="0"/>
              </a:spcAft>
              <a:buNone/>
              <a:defRPr b="0">
                <a:latin typeface="Afacad Flux SemiBold"/>
                <a:ea typeface="Afacad Flux SemiBold"/>
                <a:cs typeface="Afacad Flux SemiBold"/>
                <a:sym typeface="Afacad Flux SemiBold"/>
              </a:defRPr>
            </a:lvl2pPr>
            <a:lvl3pPr lvl="2">
              <a:lnSpc>
                <a:spcPct val="70000"/>
              </a:lnSpc>
              <a:spcBef>
                <a:spcPts val="0"/>
              </a:spcBef>
              <a:spcAft>
                <a:spcPts val="0"/>
              </a:spcAft>
              <a:buNone/>
              <a:defRPr b="0">
                <a:latin typeface="Afacad Flux SemiBold"/>
                <a:ea typeface="Afacad Flux SemiBold"/>
                <a:cs typeface="Afacad Flux SemiBold"/>
                <a:sym typeface="Afacad Flux SemiBold"/>
              </a:defRPr>
            </a:lvl3pPr>
            <a:lvl4pPr lvl="3">
              <a:lnSpc>
                <a:spcPct val="70000"/>
              </a:lnSpc>
              <a:spcBef>
                <a:spcPts val="0"/>
              </a:spcBef>
              <a:spcAft>
                <a:spcPts val="0"/>
              </a:spcAft>
              <a:buNone/>
              <a:defRPr b="0">
                <a:latin typeface="Afacad Flux SemiBold"/>
                <a:ea typeface="Afacad Flux SemiBold"/>
                <a:cs typeface="Afacad Flux SemiBold"/>
                <a:sym typeface="Afacad Flux SemiBold"/>
              </a:defRPr>
            </a:lvl4pPr>
            <a:lvl5pPr lvl="4">
              <a:lnSpc>
                <a:spcPct val="70000"/>
              </a:lnSpc>
              <a:spcBef>
                <a:spcPts val="0"/>
              </a:spcBef>
              <a:spcAft>
                <a:spcPts val="0"/>
              </a:spcAft>
              <a:buNone/>
              <a:defRPr b="0">
                <a:latin typeface="Afacad Flux SemiBold"/>
                <a:ea typeface="Afacad Flux SemiBold"/>
                <a:cs typeface="Afacad Flux SemiBold"/>
                <a:sym typeface="Afacad Flux SemiBold"/>
              </a:defRPr>
            </a:lvl5pPr>
            <a:lvl6pPr lvl="5">
              <a:lnSpc>
                <a:spcPct val="70000"/>
              </a:lnSpc>
              <a:spcBef>
                <a:spcPts val="0"/>
              </a:spcBef>
              <a:spcAft>
                <a:spcPts val="0"/>
              </a:spcAft>
              <a:buNone/>
              <a:defRPr b="0">
                <a:latin typeface="Afacad Flux SemiBold"/>
                <a:ea typeface="Afacad Flux SemiBold"/>
                <a:cs typeface="Afacad Flux SemiBold"/>
                <a:sym typeface="Afacad Flux SemiBold"/>
              </a:defRPr>
            </a:lvl6pPr>
            <a:lvl7pPr lvl="6">
              <a:lnSpc>
                <a:spcPct val="70000"/>
              </a:lnSpc>
              <a:spcBef>
                <a:spcPts val="0"/>
              </a:spcBef>
              <a:spcAft>
                <a:spcPts val="0"/>
              </a:spcAft>
              <a:buNone/>
              <a:defRPr b="0">
                <a:latin typeface="Afacad Flux SemiBold"/>
                <a:ea typeface="Afacad Flux SemiBold"/>
                <a:cs typeface="Afacad Flux SemiBold"/>
                <a:sym typeface="Afacad Flux SemiBold"/>
              </a:defRPr>
            </a:lvl7pPr>
            <a:lvl8pPr lvl="7">
              <a:lnSpc>
                <a:spcPct val="70000"/>
              </a:lnSpc>
              <a:spcBef>
                <a:spcPts val="0"/>
              </a:spcBef>
              <a:spcAft>
                <a:spcPts val="0"/>
              </a:spcAft>
              <a:buNone/>
              <a:defRPr b="0">
                <a:latin typeface="Afacad Flux SemiBold"/>
                <a:ea typeface="Afacad Flux SemiBold"/>
                <a:cs typeface="Afacad Flux SemiBold"/>
                <a:sym typeface="Afacad Flux SemiBold"/>
              </a:defRPr>
            </a:lvl8pPr>
            <a:lvl9pPr lvl="8">
              <a:lnSpc>
                <a:spcPct val="70000"/>
              </a:lnSpc>
              <a:spcBef>
                <a:spcPts val="0"/>
              </a:spcBef>
              <a:spcAft>
                <a:spcPts val="0"/>
              </a:spcAft>
              <a:buNone/>
              <a:defRPr b="0">
                <a:latin typeface="Afacad Flux SemiBold"/>
                <a:ea typeface="Afacad Flux SemiBold"/>
                <a:cs typeface="Afacad Flux SemiBold"/>
                <a:sym typeface="Afacad Flux SemiBold"/>
              </a:defRPr>
            </a:lvl9pPr>
          </a:lstStyle>
          <a:p/>
        </p:txBody>
      </p:sp>
      <p:sp>
        <p:nvSpPr>
          <p:cNvPr id="22" name="Google Shape;22;p3"/>
          <p:cNvSpPr txBox="1"/>
          <p:nvPr>
            <p:ph idx="1"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2"/>
              </a:buClr>
              <a:buSzPts val="600"/>
              <a:buFont typeface="Inter"/>
              <a:buNone/>
              <a:defRPr>
                <a:solidFill>
                  <a:schemeClr val="dk2"/>
                </a:solidFill>
              </a:defRPr>
            </a:lvl1pPr>
            <a:lvl2pPr lvl="1" algn="r">
              <a:spcBef>
                <a:spcPts val="0"/>
              </a:spcBef>
              <a:spcAft>
                <a:spcPts val="0"/>
              </a:spcAft>
              <a:buSzPts val="1400"/>
              <a:buFont typeface="Inter"/>
              <a:buNone/>
              <a:defRPr/>
            </a:lvl2pPr>
            <a:lvl3pPr lvl="2" algn="r">
              <a:spcBef>
                <a:spcPts val="0"/>
              </a:spcBef>
              <a:spcAft>
                <a:spcPts val="0"/>
              </a:spcAft>
              <a:buSzPts val="1400"/>
              <a:buFont typeface="Inter"/>
              <a:buNone/>
              <a:defRPr/>
            </a:lvl3pPr>
            <a:lvl4pPr lvl="3" algn="r">
              <a:spcBef>
                <a:spcPts val="0"/>
              </a:spcBef>
              <a:spcAft>
                <a:spcPts val="0"/>
              </a:spcAft>
              <a:buSzPts val="1400"/>
              <a:buFont typeface="Inter"/>
              <a:buNone/>
              <a:defRPr/>
            </a:lvl4pPr>
            <a:lvl5pPr lvl="4" algn="r">
              <a:spcBef>
                <a:spcPts val="0"/>
              </a:spcBef>
              <a:spcAft>
                <a:spcPts val="0"/>
              </a:spcAft>
              <a:buSzPts val="1400"/>
              <a:buFont typeface="Inter"/>
              <a:buNone/>
              <a:defRPr/>
            </a:lvl5pPr>
            <a:lvl6pPr lvl="5" algn="r">
              <a:spcBef>
                <a:spcPts val="0"/>
              </a:spcBef>
              <a:spcAft>
                <a:spcPts val="0"/>
              </a:spcAft>
              <a:buSzPts val="1400"/>
              <a:buFont typeface="Inter"/>
              <a:buNone/>
              <a:defRPr/>
            </a:lvl6pPr>
            <a:lvl7pPr lvl="6" algn="r">
              <a:spcBef>
                <a:spcPts val="0"/>
              </a:spcBef>
              <a:spcAft>
                <a:spcPts val="0"/>
              </a:spcAft>
              <a:buSzPts val="1400"/>
              <a:buFont typeface="Inter"/>
              <a:buNone/>
              <a:defRPr/>
            </a:lvl7pPr>
            <a:lvl8pPr lvl="7" algn="r">
              <a:spcBef>
                <a:spcPts val="0"/>
              </a:spcBef>
              <a:spcAft>
                <a:spcPts val="0"/>
              </a:spcAft>
              <a:buSzPts val="1400"/>
              <a:buFont typeface="Inter"/>
              <a:buNone/>
              <a:defRPr/>
            </a:lvl8pPr>
            <a:lvl9pPr lvl="8" algn="r">
              <a:spcBef>
                <a:spcPts val="0"/>
              </a:spcBef>
              <a:spcAft>
                <a:spcPts val="0"/>
              </a:spcAft>
              <a:buSzPts val="1400"/>
              <a:buFont typeface="Inter"/>
              <a:buNone/>
              <a:defRPr/>
            </a:lvl9pPr>
          </a:lstStyle>
          <a:p/>
        </p:txBody>
      </p:sp>
      <p:sp>
        <p:nvSpPr>
          <p:cNvPr id="23" name="Google Shape;23;p3"/>
          <p:cNvSpPr txBox="1"/>
          <p:nvPr>
            <p:ph idx="2" type="subTitle"/>
          </p:nvPr>
        </p:nvSpPr>
        <p:spPr>
          <a:xfrm>
            <a:off x="345600" y="230200"/>
            <a:ext cx="1752600" cy="68700"/>
          </a:xfrm>
          <a:prstGeom prst="rect">
            <a:avLst/>
          </a:prstGeom>
        </p:spPr>
        <p:txBody>
          <a:bodyPr anchorCtr="0" anchor="t" bIns="0" lIns="0" spcFirstLastPara="1" rIns="0" wrap="square" tIns="0">
            <a:noAutofit/>
          </a:bodyPr>
          <a:lstStyle>
            <a:lvl1pPr lvl="0" algn="l">
              <a:spcBef>
                <a:spcPts val="0"/>
              </a:spcBef>
              <a:spcAft>
                <a:spcPts val="0"/>
              </a:spcAft>
              <a:buSzPts val="600"/>
              <a:buFont typeface="Inter"/>
              <a:buNone/>
              <a:defRPr/>
            </a:lvl1pPr>
            <a:lvl2pPr lvl="1" algn="l">
              <a:spcBef>
                <a:spcPts val="0"/>
              </a:spcBef>
              <a:spcAft>
                <a:spcPts val="0"/>
              </a:spcAft>
              <a:buSzPts val="1400"/>
              <a:buFont typeface="Inter"/>
              <a:buNone/>
              <a:defRPr/>
            </a:lvl2pPr>
            <a:lvl3pPr lvl="2" algn="l">
              <a:spcBef>
                <a:spcPts val="0"/>
              </a:spcBef>
              <a:spcAft>
                <a:spcPts val="0"/>
              </a:spcAft>
              <a:buSzPts val="1400"/>
              <a:buFont typeface="Inter"/>
              <a:buNone/>
              <a:defRPr/>
            </a:lvl3pPr>
            <a:lvl4pPr lvl="3" algn="l">
              <a:spcBef>
                <a:spcPts val="0"/>
              </a:spcBef>
              <a:spcAft>
                <a:spcPts val="0"/>
              </a:spcAft>
              <a:buSzPts val="1400"/>
              <a:buFont typeface="Inter"/>
              <a:buNone/>
              <a:defRPr/>
            </a:lvl4pPr>
            <a:lvl5pPr lvl="4" algn="l">
              <a:spcBef>
                <a:spcPts val="0"/>
              </a:spcBef>
              <a:spcAft>
                <a:spcPts val="0"/>
              </a:spcAft>
              <a:buSzPts val="1400"/>
              <a:buFont typeface="Inter"/>
              <a:buNone/>
              <a:defRPr/>
            </a:lvl5pPr>
            <a:lvl6pPr lvl="5" algn="l">
              <a:spcBef>
                <a:spcPts val="0"/>
              </a:spcBef>
              <a:spcAft>
                <a:spcPts val="0"/>
              </a:spcAft>
              <a:buSzPts val="1400"/>
              <a:buFont typeface="Inter"/>
              <a:buNone/>
              <a:defRPr/>
            </a:lvl6pPr>
            <a:lvl7pPr lvl="6" algn="l">
              <a:spcBef>
                <a:spcPts val="0"/>
              </a:spcBef>
              <a:spcAft>
                <a:spcPts val="0"/>
              </a:spcAft>
              <a:buSzPts val="1400"/>
              <a:buFont typeface="Inter"/>
              <a:buNone/>
              <a:defRPr/>
            </a:lvl7pPr>
            <a:lvl8pPr lvl="7" algn="l">
              <a:spcBef>
                <a:spcPts val="0"/>
              </a:spcBef>
              <a:spcAft>
                <a:spcPts val="0"/>
              </a:spcAft>
              <a:buSzPts val="1400"/>
              <a:buFont typeface="Inter"/>
              <a:buNone/>
              <a:defRPr/>
            </a:lvl8pPr>
            <a:lvl9pPr lvl="8" algn="l">
              <a:spcBef>
                <a:spcPts val="0"/>
              </a:spcBef>
              <a:spcAft>
                <a:spcPts val="0"/>
              </a:spcAft>
              <a:buSzPts val="1400"/>
              <a:buFont typeface="Inter"/>
              <a:buNone/>
              <a:defRPr/>
            </a:lvl9pPr>
          </a:lstStyle>
          <a:p/>
        </p:txBody>
      </p:sp>
      <p:sp>
        <p:nvSpPr>
          <p:cNvPr id="24" name="Google Shape;24;p3"/>
          <p:cNvSpPr/>
          <p:nvPr>
            <p:ph idx="3" type="pic"/>
          </p:nvPr>
        </p:nvSpPr>
        <p:spPr>
          <a:xfrm>
            <a:off x="6813900" y="1895400"/>
            <a:ext cx="2101500" cy="2788200"/>
          </a:xfrm>
          <a:prstGeom prst="roundRect">
            <a:avLst>
              <a:gd fmla="val 10417" name="adj"/>
            </a:avLst>
          </a:prstGeom>
          <a:noFill/>
          <a:ln>
            <a:noFill/>
          </a:ln>
        </p:spPr>
      </p:sp>
      <p:sp>
        <p:nvSpPr>
          <p:cNvPr id="25" name="Google Shape;25;p3"/>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26" name="Google Shape;26;p3"/>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27" name="Google Shape;27;p3"/>
          <p:cNvSpPr txBox="1"/>
          <p:nvPr>
            <p:ph idx="4" type="body"/>
          </p:nvPr>
        </p:nvSpPr>
        <p:spPr>
          <a:xfrm>
            <a:off x="229175" y="1895400"/>
            <a:ext cx="2834100" cy="1442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8" name="Google Shape;28;p3"/>
          <p:cNvSpPr txBox="1"/>
          <p:nvPr>
            <p:ph idx="5" type="subTitle"/>
          </p:nvPr>
        </p:nvSpPr>
        <p:spPr>
          <a:xfrm>
            <a:off x="3174375" y="3793975"/>
            <a:ext cx="1350900" cy="3564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None/>
              <a:defRPr sz="1000">
                <a:solidFill>
                  <a:schemeClr val="accent3"/>
                </a:solidFill>
              </a:defRPr>
            </a:lvl1pPr>
            <a:lvl2pPr lvl="1">
              <a:spcBef>
                <a:spcPts val="0"/>
              </a:spcBef>
              <a:spcAft>
                <a:spcPts val="0"/>
              </a:spcAft>
              <a:buClr>
                <a:schemeClr val="accent3"/>
              </a:buClr>
              <a:buSzPts val="1000"/>
              <a:buNone/>
              <a:defRPr sz="1000">
                <a:solidFill>
                  <a:schemeClr val="accent3"/>
                </a:solidFill>
              </a:defRPr>
            </a:lvl2pPr>
            <a:lvl3pPr lvl="2">
              <a:spcBef>
                <a:spcPts val="0"/>
              </a:spcBef>
              <a:spcAft>
                <a:spcPts val="0"/>
              </a:spcAft>
              <a:buClr>
                <a:schemeClr val="accent3"/>
              </a:buClr>
              <a:buSzPts val="1000"/>
              <a:buNone/>
              <a:defRPr sz="1000">
                <a:solidFill>
                  <a:schemeClr val="accent3"/>
                </a:solidFill>
              </a:defRPr>
            </a:lvl3pPr>
            <a:lvl4pPr lvl="3">
              <a:spcBef>
                <a:spcPts val="0"/>
              </a:spcBef>
              <a:spcAft>
                <a:spcPts val="0"/>
              </a:spcAft>
              <a:buClr>
                <a:schemeClr val="accent3"/>
              </a:buClr>
              <a:buSzPts val="1000"/>
              <a:buNone/>
              <a:defRPr sz="1000">
                <a:solidFill>
                  <a:schemeClr val="accent3"/>
                </a:solidFill>
              </a:defRPr>
            </a:lvl4pPr>
            <a:lvl5pPr lvl="4">
              <a:spcBef>
                <a:spcPts val="0"/>
              </a:spcBef>
              <a:spcAft>
                <a:spcPts val="0"/>
              </a:spcAft>
              <a:buClr>
                <a:schemeClr val="accent3"/>
              </a:buClr>
              <a:buSzPts val="1000"/>
              <a:buNone/>
              <a:defRPr sz="1000">
                <a:solidFill>
                  <a:schemeClr val="accent3"/>
                </a:solidFill>
              </a:defRPr>
            </a:lvl5pPr>
            <a:lvl6pPr lvl="5">
              <a:spcBef>
                <a:spcPts val="0"/>
              </a:spcBef>
              <a:spcAft>
                <a:spcPts val="0"/>
              </a:spcAft>
              <a:buClr>
                <a:schemeClr val="accent3"/>
              </a:buClr>
              <a:buSzPts val="1000"/>
              <a:buNone/>
              <a:defRPr sz="1000">
                <a:solidFill>
                  <a:schemeClr val="accent3"/>
                </a:solidFill>
              </a:defRPr>
            </a:lvl6pPr>
            <a:lvl7pPr lvl="6">
              <a:spcBef>
                <a:spcPts val="0"/>
              </a:spcBef>
              <a:spcAft>
                <a:spcPts val="0"/>
              </a:spcAft>
              <a:buClr>
                <a:schemeClr val="accent3"/>
              </a:buClr>
              <a:buSzPts val="1000"/>
              <a:buNone/>
              <a:defRPr sz="1000">
                <a:solidFill>
                  <a:schemeClr val="accent3"/>
                </a:solidFill>
              </a:defRPr>
            </a:lvl7pPr>
            <a:lvl8pPr lvl="7">
              <a:spcBef>
                <a:spcPts val="0"/>
              </a:spcBef>
              <a:spcAft>
                <a:spcPts val="0"/>
              </a:spcAft>
              <a:buClr>
                <a:schemeClr val="accent3"/>
              </a:buClr>
              <a:buSzPts val="1000"/>
              <a:buNone/>
              <a:defRPr sz="1000">
                <a:solidFill>
                  <a:schemeClr val="accent3"/>
                </a:solidFill>
              </a:defRPr>
            </a:lvl8pPr>
            <a:lvl9pPr lvl="8">
              <a:spcBef>
                <a:spcPts val="0"/>
              </a:spcBef>
              <a:spcAft>
                <a:spcPts val="0"/>
              </a:spcAft>
              <a:buClr>
                <a:schemeClr val="accent3"/>
              </a:buClr>
              <a:buSzPts val="1000"/>
              <a:buNone/>
              <a:defRPr sz="1000">
                <a:solidFill>
                  <a:schemeClr val="accent3"/>
                </a:solidFill>
              </a:defRPr>
            </a:lvl9pPr>
          </a:lstStyle>
          <a:p/>
        </p:txBody>
      </p:sp>
      <p:sp>
        <p:nvSpPr>
          <p:cNvPr id="29" name="Google Shape;29;p3"/>
          <p:cNvSpPr txBox="1"/>
          <p:nvPr>
            <p:ph idx="6" type="subTitle"/>
          </p:nvPr>
        </p:nvSpPr>
        <p:spPr>
          <a:xfrm>
            <a:off x="4618950" y="3793975"/>
            <a:ext cx="1350900" cy="3564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None/>
              <a:defRPr sz="1000">
                <a:solidFill>
                  <a:schemeClr val="accent3"/>
                </a:solidFill>
              </a:defRPr>
            </a:lvl1pPr>
            <a:lvl2pPr lvl="1">
              <a:spcBef>
                <a:spcPts val="0"/>
              </a:spcBef>
              <a:spcAft>
                <a:spcPts val="0"/>
              </a:spcAft>
              <a:buClr>
                <a:schemeClr val="accent3"/>
              </a:buClr>
              <a:buSzPts val="1000"/>
              <a:buNone/>
              <a:defRPr sz="1000">
                <a:solidFill>
                  <a:schemeClr val="accent3"/>
                </a:solidFill>
              </a:defRPr>
            </a:lvl2pPr>
            <a:lvl3pPr lvl="2">
              <a:spcBef>
                <a:spcPts val="0"/>
              </a:spcBef>
              <a:spcAft>
                <a:spcPts val="0"/>
              </a:spcAft>
              <a:buClr>
                <a:schemeClr val="accent3"/>
              </a:buClr>
              <a:buSzPts val="1000"/>
              <a:buNone/>
              <a:defRPr sz="1000">
                <a:solidFill>
                  <a:schemeClr val="accent3"/>
                </a:solidFill>
              </a:defRPr>
            </a:lvl3pPr>
            <a:lvl4pPr lvl="3">
              <a:spcBef>
                <a:spcPts val="0"/>
              </a:spcBef>
              <a:spcAft>
                <a:spcPts val="0"/>
              </a:spcAft>
              <a:buClr>
                <a:schemeClr val="accent3"/>
              </a:buClr>
              <a:buSzPts val="1000"/>
              <a:buNone/>
              <a:defRPr sz="1000">
                <a:solidFill>
                  <a:schemeClr val="accent3"/>
                </a:solidFill>
              </a:defRPr>
            </a:lvl4pPr>
            <a:lvl5pPr lvl="4">
              <a:spcBef>
                <a:spcPts val="0"/>
              </a:spcBef>
              <a:spcAft>
                <a:spcPts val="0"/>
              </a:spcAft>
              <a:buClr>
                <a:schemeClr val="accent3"/>
              </a:buClr>
              <a:buSzPts val="1000"/>
              <a:buNone/>
              <a:defRPr sz="1000">
                <a:solidFill>
                  <a:schemeClr val="accent3"/>
                </a:solidFill>
              </a:defRPr>
            </a:lvl5pPr>
            <a:lvl6pPr lvl="5">
              <a:spcBef>
                <a:spcPts val="0"/>
              </a:spcBef>
              <a:spcAft>
                <a:spcPts val="0"/>
              </a:spcAft>
              <a:buClr>
                <a:schemeClr val="accent3"/>
              </a:buClr>
              <a:buSzPts val="1000"/>
              <a:buNone/>
              <a:defRPr sz="1000">
                <a:solidFill>
                  <a:schemeClr val="accent3"/>
                </a:solidFill>
              </a:defRPr>
            </a:lvl6pPr>
            <a:lvl7pPr lvl="6">
              <a:spcBef>
                <a:spcPts val="0"/>
              </a:spcBef>
              <a:spcAft>
                <a:spcPts val="0"/>
              </a:spcAft>
              <a:buClr>
                <a:schemeClr val="accent3"/>
              </a:buClr>
              <a:buSzPts val="1000"/>
              <a:buNone/>
              <a:defRPr sz="1000">
                <a:solidFill>
                  <a:schemeClr val="accent3"/>
                </a:solidFill>
              </a:defRPr>
            </a:lvl7pPr>
            <a:lvl8pPr lvl="7">
              <a:spcBef>
                <a:spcPts val="0"/>
              </a:spcBef>
              <a:spcAft>
                <a:spcPts val="0"/>
              </a:spcAft>
              <a:buClr>
                <a:schemeClr val="accent3"/>
              </a:buClr>
              <a:buSzPts val="1000"/>
              <a:buNone/>
              <a:defRPr sz="1000">
                <a:solidFill>
                  <a:schemeClr val="accent3"/>
                </a:solidFill>
              </a:defRPr>
            </a:lvl8pPr>
            <a:lvl9pPr lvl="8">
              <a:spcBef>
                <a:spcPts val="0"/>
              </a:spcBef>
              <a:spcAft>
                <a:spcPts val="0"/>
              </a:spcAft>
              <a:buClr>
                <a:schemeClr val="accent3"/>
              </a:buClr>
              <a:buSzPts val="1000"/>
              <a:buNone/>
              <a:defRPr sz="1000">
                <a:solidFill>
                  <a:schemeClr val="accent3"/>
                </a:solidFill>
              </a:defRPr>
            </a:lvl9pPr>
          </a:lstStyle>
          <a:p/>
        </p:txBody>
      </p:sp>
      <p:sp>
        <p:nvSpPr>
          <p:cNvPr id="30" name="Google Shape;30;p3"/>
          <p:cNvSpPr txBox="1"/>
          <p:nvPr>
            <p:ph idx="7" type="subTitle"/>
          </p:nvPr>
        </p:nvSpPr>
        <p:spPr>
          <a:xfrm>
            <a:off x="4642725" y="4201375"/>
            <a:ext cx="1350900" cy="673200"/>
          </a:xfrm>
          <a:prstGeom prst="rect">
            <a:avLst/>
          </a:prstGeom>
        </p:spPr>
        <p:txBody>
          <a:bodyPr anchorCtr="0" anchor="t" bIns="0" lIns="0" spcFirstLastPara="1" rIns="0" wrap="square" tIns="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31" name="Google Shape;31;p3"/>
          <p:cNvSpPr txBox="1"/>
          <p:nvPr>
            <p:ph idx="8" type="subTitle"/>
          </p:nvPr>
        </p:nvSpPr>
        <p:spPr>
          <a:xfrm>
            <a:off x="3174375" y="4201375"/>
            <a:ext cx="1350900" cy="673200"/>
          </a:xfrm>
          <a:prstGeom prst="rect">
            <a:avLst/>
          </a:prstGeom>
        </p:spPr>
        <p:txBody>
          <a:bodyPr anchorCtr="0" anchor="t" bIns="0" lIns="0" spcFirstLastPara="1" rIns="0" wrap="square" tIns="0">
            <a:noAutofit/>
          </a:bodyPr>
          <a:lstStyle>
            <a:lvl1pPr lvl="0">
              <a:spcBef>
                <a:spcPts val="0"/>
              </a:spcBef>
              <a:spcAft>
                <a:spcPts val="0"/>
              </a:spcAft>
              <a:buSzPts val="4400"/>
              <a:buNone/>
              <a:defRPr sz="4400"/>
            </a:lvl1pPr>
            <a:lvl2pPr lvl="1">
              <a:spcBef>
                <a:spcPts val="0"/>
              </a:spcBef>
              <a:spcAft>
                <a:spcPts val="0"/>
              </a:spcAft>
              <a:buSzPts val="4400"/>
              <a:buNone/>
              <a:defRPr sz="4400"/>
            </a:lvl2pPr>
            <a:lvl3pPr lvl="2">
              <a:spcBef>
                <a:spcPts val="0"/>
              </a:spcBef>
              <a:spcAft>
                <a:spcPts val="0"/>
              </a:spcAft>
              <a:buSzPts val="4400"/>
              <a:buNone/>
              <a:defRPr sz="4400"/>
            </a:lvl3pPr>
            <a:lvl4pPr lvl="3">
              <a:spcBef>
                <a:spcPts val="0"/>
              </a:spcBef>
              <a:spcAft>
                <a:spcPts val="0"/>
              </a:spcAft>
              <a:buSzPts val="4400"/>
              <a:buNone/>
              <a:defRPr sz="4400"/>
            </a:lvl4pPr>
            <a:lvl5pPr lvl="4">
              <a:spcBef>
                <a:spcPts val="0"/>
              </a:spcBef>
              <a:spcAft>
                <a:spcPts val="0"/>
              </a:spcAft>
              <a:buSzPts val="4400"/>
              <a:buNone/>
              <a:defRPr sz="4400"/>
            </a:lvl5pPr>
            <a:lvl6pPr lvl="5">
              <a:spcBef>
                <a:spcPts val="0"/>
              </a:spcBef>
              <a:spcAft>
                <a:spcPts val="0"/>
              </a:spcAft>
              <a:buSzPts val="4400"/>
              <a:buNone/>
              <a:defRPr sz="4400"/>
            </a:lvl6pPr>
            <a:lvl7pPr lvl="6">
              <a:spcBef>
                <a:spcPts val="0"/>
              </a:spcBef>
              <a:spcAft>
                <a:spcPts val="0"/>
              </a:spcAft>
              <a:buSzPts val="4400"/>
              <a:buNone/>
              <a:defRPr sz="4400"/>
            </a:lvl7pPr>
            <a:lvl8pPr lvl="7">
              <a:spcBef>
                <a:spcPts val="0"/>
              </a:spcBef>
              <a:spcAft>
                <a:spcPts val="0"/>
              </a:spcAft>
              <a:buSzPts val="4400"/>
              <a:buNone/>
              <a:defRPr sz="4400"/>
            </a:lvl8pPr>
            <a:lvl9pPr lvl="8">
              <a:spcBef>
                <a:spcPts val="0"/>
              </a:spcBef>
              <a:spcAft>
                <a:spcPts val="0"/>
              </a:spcAft>
              <a:buSzPts val="4400"/>
              <a:buNone/>
              <a:defRPr sz="4400"/>
            </a:lvl9pPr>
          </a:lstStyle>
          <a:p/>
        </p:txBody>
      </p:sp>
      <p:sp>
        <p:nvSpPr>
          <p:cNvPr id="32" name="Google Shape;32;p3"/>
          <p:cNvSpPr txBox="1"/>
          <p:nvPr>
            <p:ph idx="9" type="subTitle"/>
          </p:nvPr>
        </p:nvSpPr>
        <p:spPr>
          <a:xfrm>
            <a:off x="3423600" y="2054000"/>
            <a:ext cx="3189600" cy="1698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3" name="Google Shape;33;p3"/>
          <p:cNvSpPr txBox="1"/>
          <p:nvPr>
            <p:ph idx="13" type="subTitle"/>
          </p:nvPr>
        </p:nvSpPr>
        <p:spPr>
          <a:xfrm>
            <a:off x="3423600" y="2894275"/>
            <a:ext cx="3189600" cy="356400"/>
          </a:xfrm>
          <a:prstGeom prst="rect">
            <a:avLst/>
          </a:prstGeom>
        </p:spPr>
        <p:txBody>
          <a:bodyPr anchorCtr="0" anchor="t"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CUSTOM_10">
    <p:spTree>
      <p:nvGrpSpPr>
        <p:cNvPr id="34" name="Shape 34"/>
        <p:cNvGrpSpPr/>
        <p:nvPr/>
      </p:nvGrpSpPr>
      <p:grpSpPr>
        <a:xfrm>
          <a:off x="0" y="0"/>
          <a:ext cx="0" cy="0"/>
          <a:chOff x="0" y="0"/>
          <a:chExt cx="0" cy="0"/>
        </a:xfrm>
      </p:grpSpPr>
      <p:sp>
        <p:nvSpPr>
          <p:cNvPr id="35" name="Google Shape;35;p4"/>
          <p:cNvSpPr txBox="1"/>
          <p:nvPr>
            <p:ph idx="1"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600"/>
              <a:buFont typeface="Inter"/>
              <a:buNone/>
              <a:defRPr/>
            </a:lvl1pPr>
            <a:lvl2pPr lvl="1">
              <a:spcBef>
                <a:spcPts val="0"/>
              </a:spcBef>
              <a:spcAft>
                <a:spcPts val="0"/>
              </a:spcAft>
              <a:buClr>
                <a:schemeClr val="dk2"/>
              </a:buClr>
              <a:buSzPts val="1400"/>
              <a:buFont typeface="Inter"/>
              <a:buNone/>
              <a:defRPr/>
            </a:lvl2pPr>
            <a:lvl3pPr lvl="2">
              <a:spcBef>
                <a:spcPts val="0"/>
              </a:spcBef>
              <a:spcAft>
                <a:spcPts val="0"/>
              </a:spcAft>
              <a:buClr>
                <a:schemeClr val="dk2"/>
              </a:buClr>
              <a:buSzPts val="1400"/>
              <a:buFont typeface="Inter"/>
              <a:buNone/>
              <a:defRPr/>
            </a:lvl3pPr>
            <a:lvl4pPr lvl="3">
              <a:spcBef>
                <a:spcPts val="0"/>
              </a:spcBef>
              <a:spcAft>
                <a:spcPts val="0"/>
              </a:spcAft>
              <a:buClr>
                <a:schemeClr val="dk2"/>
              </a:buClr>
              <a:buSzPts val="1400"/>
              <a:buFont typeface="Inter"/>
              <a:buNone/>
              <a:defRPr/>
            </a:lvl4pPr>
            <a:lvl5pPr lvl="4">
              <a:spcBef>
                <a:spcPts val="0"/>
              </a:spcBef>
              <a:spcAft>
                <a:spcPts val="0"/>
              </a:spcAft>
              <a:buClr>
                <a:schemeClr val="dk2"/>
              </a:buClr>
              <a:buSzPts val="1400"/>
              <a:buFont typeface="Inter"/>
              <a:buNone/>
              <a:defRPr/>
            </a:lvl5pPr>
            <a:lvl6pPr lvl="5">
              <a:spcBef>
                <a:spcPts val="0"/>
              </a:spcBef>
              <a:spcAft>
                <a:spcPts val="0"/>
              </a:spcAft>
              <a:buClr>
                <a:schemeClr val="dk2"/>
              </a:buClr>
              <a:buSzPts val="1400"/>
              <a:buFont typeface="Inter"/>
              <a:buNone/>
              <a:defRPr/>
            </a:lvl6pPr>
            <a:lvl7pPr lvl="6">
              <a:spcBef>
                <a:spcPts val="0"/>
              </a:spcBef>
              <a:spcAft>
                <a:spcPts val="0"/>
              </a:spcAft>
              <a:buClr>
                <a:schemeClr val="dk2"/>
              </a:buClr>
              <a:buSzPts val="1400"/>
              <a:buFont typeface="Inter"/>
              <a:buNone/>
              <a:defRPr/>
            </a:lvl7pPr>
            <a:lvl8pPr lvl="7">
              <a:spcBef>
                <a:spcPts val="0"/>
              </a:spcBef>
              <a:spcAft>
                <a:spcPts val="0"/>
              </a:spcAft>
              <a:buClr>
                <a:schemeClr val="dk2"/>
              </a:buClr>
              <a:buSzPts val="1400"/>
              <a:buFont typeface="Inter"/>
              <a:buNone/>
              <a:defRPr/>
            </a:lvl8pPr>
            <a:lvl9pPr lvl="8">
              <a:spcBef>
                <a:spcPts val="0"/>
              </a:spcBef>
              <a:spcAft>
                <a:spcPts val="0"/>
              </a:spcAft>
              <a:buClr>
                <a:schemeClr val="dk2"/>
              </a:buClr>
              <a:buSzPts val="1400"/>
              <a:buFont typeface="Inter"/>
              <a:buNone/>
              <a:defRPr/>
            </a:lvl9pPr>
          </a:lstStyle>
          <a:p/>
        </p:txBody>
      </p:sp>
      <p:sp>
        <p:nvSpPr>
          <p:cNvPr id="36" name="Google Shape;36;p4"/>
          <p:cNvSpPr txBox="1"/>
          <p:nvPr>
            <p:ph idx="2"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600"/>
              <a:buFont typeface="Inter"/>
              <a:buNone/>
              <a:defRPr/>
            </a:lvl1pPr>
            <a:lvl2pPr lvl="1">
              <a:spcBef>
                <a:spcPts val="0"/>
              </a:spcBef>
              <a:spcAft>
                <a:spcPts val="0"/>
              </a:spcAft>
              <a:buClr>
                <a:schemeClr val="dk2"/>
              </a:buClr>
              <a:buSzPts val="1400"/>
              <a:buFont typeface="Inter"/>
              <a:buNone/>
              <a:defRPr/>
            </a:lvl2pPr>
            <a:lvl3pPr lvl="2">
              <a:spcBef>
                <a:spcPts val="0"/>
              </a:spcBef>
              <a:spcAft>
                <a:spcPts val="0"/>
              </a:spcAft>
              <a:buClr>
                <a:schemeClr val="dk2"/>
              </a:buClr>
              <a:buSzPts val="1400"/>
              <a:buFont typeface="Inter"/>
              <a:buNone/>
              <a:defRPr/>
            </a:lvl3pPr>
            <a:lvl4pPr lvl="3">
              <a:spcBef>
                <a:spcPts val="0"/>
              </a:spcBef>
              <a:spcAft>
                <a:spcPts val="0"/>
              </a:spcAft>
              <a:buClr>
                <a:schemeClr val="dk2"/>
              </a:buClr>
              <a:buSzPts val="1400"/>
              <a:buFont typeface="Inter"/>
              <a:buNone/>
              <a:defRPr/>
            </a:lvl4pPr>
            <a:lvl5pPr lvl="4">
              <a:spcBef>
                <a:spcPts val="0"/>
              </a:spcBef>
              <a:spcAft>
                <a:spcPts val="0"/>
              </a:spcAft>
              <a:buClr>
                <a:schemeClr val="dk2"/>
              </a:buClr>
              <a:buSzPts val="1400"/>
              <a:buFont typeface="Inter"/>
              <a:buNone/>
              <a:defRPr/>
            </a:lvl5pPr>
            <a:lvl6pPr lvl="5">
              <a:spcBef>
                <a:spcPts val="0"/>
              </a:spcBef>
              <a:spcAft>
                <a:spcPts val="0"/>
              </a:spcAft>
              <a:buClr>
                <a:schemeClr val="dk2"/>
              </a:buClr>
              <a:buSzPts val="1400"/>
              <a:buFont typeface="Inter"/>
              <a:buNone/>
              <a:defRPr/>
            </a:lvl6pPr>
            <a:lvl7pPr lvl="6">
              <a:spcBef>
                <a:spcPts val="0"/>
              </a:spcBef>
              <a:spcAft>
                <a:spcPts val="0"/>
              </a:spcAft>
              <a:buClr>
                <a:schemeClr val="dk2"/>
              </a:buClr>
              <a:buSzPts val="1400"/>
              <a:buFont typeface="Inter"/>
              <a:buNone/>
              <a:defRPr/>
            </a:lvl7pPr>
            <a:lvl8pPr lvl="7">
              <a:spcBef>
                <a:spcPts val="0"/>
              </a:spcBef>
              <a:spcAft>
                <a:spcPts val="0"/>
              </a:spcAft>
              <a:buClr>
                <a:schemeClr val="dk2"/>
              </a:buClr>
              <a:buSzPts val="1400"/>
              <a:buFont typeface="Inter"/>
              <a:buNone/>
              <a:defRPr/>
            </a:lvl8pPr>
            <a:lvl9pPr lvl="8">
              <a:spcBef>
                <a:spcPts val="0"/>
              </a:spcBef>
              <a:spcAft>
                <a:spcPts val="0"/>
              </a:spcAft>
              <a:buClr>
                <a:schemeClr val="dk2"/>
              </a:buClr>
              <a:buSzPts val="1400"/>
              <a:buFont typeface="Inter"/>
              <a:buNone/>
              <a:defRPr/>
            </a:lvl9pPr>
          </a:lstStyle>
          <a:p/>
        </p:txBody>
      </p:sp>
      <p:sp>
        <p:nvSpPr>
          <p:cNvPr id="37" name="Google Shape;37;p4"/>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38" name="Google Shape;38;p4"/>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2_1_1_1_1_1">
    <p:bg>
      <p:bgPr>
        <a:solidFill>
          <a:schemeClr val="lt1"/>
        </a:solidFill>
      </p:bgPr>
    </p:bg>
    <p:spTree>
      <p:nvGrpSpPr>
        <p:cNvPr id="39" name="Shape 39"/>
        <p:cNvGrpSpPr/>
        <p:nvPr/>
      </p:nvGrpSpPr>
      <p:grpSpPr>
        <a:xfrm>
          <a:off x="0" y="0"/>
          <a:ext cx="0" cy="0"/>
          <a:chOff x="0" y="0"/>
          <a:chExt cx="0" cy="0"/>
        </a:xfrm>
      </p:grpSpPr>
      <p:sp>
        <p:nvSpPr>
          <p:cNvPr id="40" name="Google Shape;40;p5"/>
          <p:cNvSpPr txBox="1"/>
          <p:nvPr>
            <p:ph type="title"/>
          </p:nvPr>
        </p:nvSpPr>
        <p:spPr>
          <a:xfrm>
            <a:off x="711275" y="1199100"/>
            <a:ext cx="3813600" cy="5295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a:solidFill>
                  <a:schemeClr val="accent1"/>
                </a:solidFill>
              </a:defRPr>
            </a:lvl1pPr>
            <a:lvl2pPr lvl="1">
              <a:lnSpc>
                <a:spcPct val="70000"/>
              </a:lnSpc>
              <a:spcBef>
                <a:spcPts val="0"/>
              </a:spcBef>
              <a:spcAft>
                <a:spcPts val="0"/>
              </a:spcAft>
              <a:buNone/>
              <a:defRPr>
                <a:solidFill>
                  <a:schemeClr val="accent1"/>
                </a:solidFill>
              </a:defRPr>
            </a:lvl2pPr>
            <a:lvl3pPr lvl="2">
              <a:lnSpc>
                <a:spcPct val="70000"/>
              </a:lnSpc>
              <a:spcBef>
                <a:spcPts val="0"/>
              </a:spcBef>
              <a:spcAft>
                <a:spcPts val="0"/>
              </a:spcAft>
              <a:buNone/>
              <a:defRPr>
                <a:solidFill>
                  <a:schemeClr val="accent1"/>
                </a:solidFill>
              </a:defRPr>
            </a:lvl3pPr>
            <a:lvl4pPr lvl="3">
              <a:lnSpc>
                <a:spcPct val="70000"/>
              </a:lnSpc>
              <a:spcBef>
                <a:spcPts val="0"/>
              </a:spcBef>
              <a:spcAft>
                <a:spcPts val="0"/>
              </a:spcAft>
              <a:buNone/>
              <a:defRPr>
                <a:solidFill>
                  <a:schemeClr val="accent1"/>
                </a:solidFill>
              </a:defRPr>
            </a:lvl4pPr>
            <a:lvl5pPr lvl="4">
              <a:lnSpc>
                <a:spcPct val="70000"/>
              </a:lnSpc>
              <a:spcBef>
                <a:spcPts val="0"/>
              </a:spcBef>
              <a:spcAft>
                <a:spcPts val="0"/>
              </a:spcAft>
              <a:buNone/>
              <a:defRPr>
                <a:solidFill>
                  <a:schemeClr val="accent1"/>
                </a:solidFill>
              </a:defRPr>
            </a:lvl5pPr>
            <a:lvl6pPr lvl="5">
              <a:lnSpc>
                <a:spcPct val="70000"/>
              </a:lnSpc>
              <a:spcBef>
                <a:spcPts val="0"/>
              </a:spcBef>
              <a:spcAft>
                <a:spcPts val="0"/>
              </a:spcAft>
              <a:buNone/>
              <a:defRPr>
                <a:solidFill>
                  <a:schemeClr val="accent1"/>
                </a:solidFill>
              </a:defRPr>
            </a:lvl6pPr>
            <a:lvl7pPr lvl="6">
              <a:lnSpc>
                <a:spcPct val="70000"/>
              </a:lnSpc>
              <a:spcBef>
                <a:spcPts val="0"/>
              </a:spcBef>
              <a:spcAft>
                <a:spcPts val="0"/>
              </a:spcAft>
              <a:buNone/>
              <a:defRPr>
                <a:solidFill>
                  <a:schemeClr val="accent1"/>
                </a:solidFill>
              </a:defRPr>
            </a:lvl7pPr>
            <a:lvl8pPr lvl="7">
              <a:lnSpc>
                <a:spcPct val="70000"/>
              </a:lnSpc>
              <a:spcBef>
                <a:spcPts val="0"/>
              </a:spcBef>
              <a:spcAft>
                <a:spcPts val="0"/>
              </a:spcAft>
              <a:buNone/>
              <a:defRPr>
                <a:solidFill>
                  <a:schemeClr val="accent1"/>
                </a:solidFill>
              </a:defRPr>
            </a:lvl8pPr>
            <a:lvl9pPr lvl="8">
              <a:lnSpc>
                <a:spcPct val="70000"/>
              </a:lnSpc>
              <a:spcBef>
                <a:spcPts val="0"/>
              </a:spcBef>
              <a:spcAft>
                <a:spcPts val="0"/>
              </a:spcAft>
              <a:buNone/>
              <a:defRPr>
                <a:solidFill>
                  <a:schemeClr val="accent1"/>
                </a:solidFill>
              </a:defRPr>
            </a:lvl9pPr>
          </a:lstStyle>
          <a:p/>
        </p:txBody>
      </p:sp>
      <p:sp>
        <p:nvSpPr>
          <p:cNvPr id="41" name="Google Shape;41;p5"/>
          <p:cNvSpPr txBox="1"/>
          <p:nvPr>
            <p:ph idx="1" type="subTitle"/>
          </p:nvPr>
        </p:nvSpPr>
        <p:spPr>
          <a:xfrm>
            <a:off x="228600" y="457200"/>
            <a:ext cx="4296300" cy="4527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1pPr>
            <a:lvl2pPr lvl="1">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2pPr>
            <a:lvl3pPr lvl="2">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3pPr>
            <a:lvl4pPr lvl="3">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4pPr>
            <a:lvl5pPr lvl="4">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5pPr>
            <a:lvl6pPr lvl="5">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6pPr>
            <a:lvl7pPr lvl="6">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7pPr>
            <a:lvl8pPr lvl="7">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8pPr>
            <a:lvl9pPr lvl="8">
              <a:spcBef>
                <a:spcPts val="0"/>
              </a:spcBef>
              <a:spcAft>
                <a:spcPts val="0"/>
              </a:spcAft>
              <a:buClr>
                <a:schemeClr val="accent1"/>
              </a:buClr>
              <a:buSzPts val="1800"/>
              <a:buFont typeface="Afacad Flux SemiBold"/>
              <a:buNone/>
              <a:defRPr sz="1800">
                <a:solidFill>
                  <a:schemeClr val="accent1"/>
                </a:solidFill>
                <a:latin typeface="Afacad Flux SemiBold"/>
                <a:ea typeface="Afacad Flux SemiBold"/>
                <a:cs typeface="Afacad Flux SemiBold"/>
                <a:sym typeface="Afacad Flux SemiBold"/>
              </a:defRPr>
            </a:lvl9pPr>
          </a:lstStyle>
          <a:p/>
        </p:txBody>
      </p:sp>
      <p:sp>
        <p:nvSpPr>
          <p:cNvPr id="42" name="Google Shape;42;p5"/>
          <p:cNvSpPr txBox="1"/>
          <p:nvPr>
            <p:ph idx="2"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accent6"/>
              </a:buClr>
              <a:buSzPts val="600"/>
              <a:buFont typeface="Inter"/>
              <a:buNone/>
              <a:defRPr>
                <a:solidFill>
                  <a:schemeClr val="accent6"/>
                </a:solidFill>
              </a:defRPr>
            </a:lvl1pPr>
            <a:lvl2pPr lvl="1" algn="r">
              <a:spcBef>
                <a:spcPts val="0"/>
              </a:spcBef>
              <a:spcAft>
                <a:spcPts val="0"/>
              </a:spcAft>
              <a:buClr>
                <a:schemeClr val="accent6"/>
              </a:buClr>
              <a:buSzPts val="1400"/>
              <a:buFont typeface="Inter"/>
              <a:buNone/>
              <a:defRPr>
                <a:solidFill>
                  <a:schemeClr val="accent6"/>
                </a:solidFill>
              </a:defRPr>
            </a:lvl2pPr>
            <a:lvl3pPr lvl="2" algn="r">
              <a:spcBef>
                <a:spcPts val="0"/>
              </a:spcBef>
              <a:spcAft>
                <a:spcPts val="0"/>
              </a:spcAft>
              <a:buClr>
                <a:schemeClr val="accent6"/>
              </a:buClr>
              <a:buSzPts val="1400"/>
              <a:buFont typeface="Inter"/>
              <a:buNone/>
              <a:defRPr>
                <a:solidFill>
                  <a:schemeClr val="accent6"/>
                </a:solidFill>
              </a:defRPr>
            </a:lvl3pPr>
            <a:lvl4pPr lvl="3" algn="r">
              <a:spcBef>
                <a:spcPts val="0"/>
              </a:spcBef>
              <a:spcAft>
                <a:spcPts val="0"/>
              </a:spcAft>
              <a:buClr>
                <a:schemeClr val="accent6"/>
              </a:buClr>
              <a:buSzPts val="1400"/>
              <a:buFont typeface="Inter"/>
              <a:buNone/>
              <a:defRPr>
                <a:solidFill>
                  <a:schemeClr val="accent6"/>
                </a:solidFill>
              </a:defRPr>
            </a:lvl4pPr>
            <a:lvl5pPr lvl="4" algn="r">
              <a:spcBef>
                <a:spcPts val="0"/>
              </a:spcBef>
              <a:spcAft>
                <a:spcPts val="0"/>
              </a:spcAft>
              <a:buClr>
                <a:schemeClr val="accent6"/>
              </a:buClr>
              <a:buSzPts val="1400"/>
              <a:buFont typeface="Inter"/>
              <a:buNone/>
              <a:defRPr>
                <a:solidFill>
                  <a:schemeClr val="accent6"/>
                </a:solidFill>
              </a:defRPr>
            </a:lvl5pPr>
            <a:lvl6pPr lvl="5" algn="r">
              <a:spcBef>
                <a:spcPts val="0"/>
              </a:spcBef>
              <a:spcAft>
                <a:spcPts val="0"/>
              </a:spcAft>
              <a:buClr>
                <a:schemeClr val="accent6"/>
              </a:buClr>
              <a:buSzPts val="1400"/>
              <a:buFont typeface="Inter"/>
              <a:buNone/>
              <a:defRPr>
                <a:solidFill>
                  <a:schemeClr val="accent6"/>
                </a:solidFill>
              </a:defRPr>
            </a:lvl6pPr>
            <a:lvl7pPr lvl="6" algn="r">
              <a:spcBef>
                <a:spcPts val="0"/>
              </a:spcBef>
              <a:spcAft>
                <a:spcPts val="0"/>
              </a:spcAft>
              <a:buClr>
                <a:schemeClr val="accent6"/>
              </a:buClr>
              <a:buSzPts val="1400"/>
              <a:buFont typeface="Inter"/>
              <a:buNone/>
              <a:defRPr>
                <a:solidFill>
                  <a:schemeClr val="accent6"/>
                </a:solidFill>
              </a:defRPr>
            </a:lvl7pPr>
            <a:lvl8pPr lvl="7" algn="r">
              <a:spcBef>
                <a:spcPts val="0"/>
              </a:spcBef>
              <a:spcAft>
                <a:spcPts val="0"/>
              </a:spcAft>
              <a:buClr>
                <a:schemeClr val="accent6"/>
              </a:buClr>
              <a:buSzPts val="1400"/>
              <a:buFont typeface="Inter"/>
              <a:buNone/>
              <a:defRPr>
                <a:solidFill>
                  <a:schemeClr val="accent6"/>
                </a:solidFill>
              </a:defRPr>
            </a:lvl8pPr>
            <a:lvl9pPr lvl="8" algn="r">
              <a:spcBef>
                <a:spcPts val="0"/>
              </a:spcBef>
              <a:spcAft>
                <a:spcPts val="0"/>
              </a:spcAft>
              <a:buClr>
                <a:schemeClr val="accent6"/>
              </a:buClr>
              <a:buSzPts val="1400"/>
              <a:buFont typeface="Inter"/>
              <a:buNone/>
              <a:defRPr>
                <a:solidFill>
                  <a:schemeClr val="accent6"/>
                </a:solidFill>
              </a:defRPr>
            </a:lvl9pPr>
          </a:lstStyle>
          <a:p/>
        </p:txBody>
      </p:sp>
      <p:sp>
        <p:nvSpPr>
          <p:cNvPr id="43" name="Google Shape;43;p5"/>
          <p:cNvSpPr txBox="1"/>
          <p:nvPr>
            <p:ph idx="3" type="subTitle"/>
          </p:nvPr>
        </p:nvSpPr>
        <p:spPr>
          <a:xfrm>
            <a:off x="345600" y="230200"/>
            <a:ext cx="1752600" cy="68700"/>
          </a:xfrm>
          <a:prstGeom prst="rect">
            <a:avLst/>
          </a:prstGeom>
        </p:spPr>
        <p:txBody>
          <a:bodyPr anchorCtr="0" anchor="t" bIns="0" lIns="0" spcFirstLastPara="1" rIns="0" wrap="square" tIns="0">
            <a:noAutofit/>
          </a:bodyPr>
          <a:lstStyle>
            <a:lvl1pPr lvl="0" algn="l">
              <a:spcBef>
                <a:spcPts val="0"/>
              </a:spcBef>
              <a:spcAft>
                <a:spcPts val="0"/>
              </a:spcAft>
              <a:buClr>
                <a:schemeClr val="accent6"/>
              </a:buClr>
              <a:buSzPts val="600"/>
              <a:buFont typeface="Inter"/>
              <a:buNone/>
              <a:defRPr>
                <a:solidFill>
                  <a:schemeClr val="accent6"/>
                </a:solidFill>
              </a:defRPr>
            </a:lvl1pPr>
            <a:lvl2pPr lvl="1" algn="l">
              <a:spcBef>
                <a:spcPts val="0"/>
              </a:spcBef>
              <a:spcAft>
                <a:spcPts val="0"/>
              </a:spcAft>
              <a:buClr>
                <a:schemeClr val="accent6"/>
              </a:buClr>
              <a:buSzPts val="1400"/>
              <a:buFont typeface="Inter"/>
              <a:buNone/>
              <a:defRPr>
                <a:solidFill>
                  <a:schemeClr val="accent6"/>
                </a:solidFill>
              </a:defRPr>
            </a:lvl2pPr>
            <a:lvl3pPr lvl="2" algn="l">
              <a:spcBef>
                <a:spcPts val="0"/>
              </a:spcBef>
              <a:spcAft>
                <a:spcPts val="0"/>
              </a:spcAft>
              <a:buClr>
                <a:schemeClr val="accent6"/>
              </a:buClr>
              <a:buSzPts val="1400"/>
              <a:buFont typeface="Inter"/>
              <a:buNone/>
              <a:defRPr>
                <a:solidFill>
                  <a:schemeClr val="accent6"/>
                </a:solidFill>
              </a:defRPr>
            </a:lvl3pPr>
            <a:lvl4pPr lvl="3" algn="l">
              <a:spcBef>
                <a:spcPts val="0"/>
              </a:spcBef>
              <a:spcAft>
                <a:spcPts val="0"/>
              </a:spcAft>
              <a:buClr>
                <a:schemeClr val="accent6"/>
              </a:buClr>
              <a:buSzPts val="1400"/>
              <a:buFont typeface="Inter"/>
              <a:buNone/>
              <a:defRPr>
                <a:solidFill>
                  <a:schemeClr val="accent6"/>
                </a:solidFill>
              </a:defRPr>
            </a:lvl4pPr>
            <a:lvl5pPr lvl="4" algn="l">
              <a:spcBef>
                <a:spcPts val="0"/>
              </a:spcBef>
              <a:spcAft>
                <a:spcPts val="0"/>
              </a:spcAft>
              <a:buClr>
                <a:schemeClr val="accent6"/>
              </a:buClr>
              <a:buSzPts val="1400"/>
              <a:buFont typeface="Inter"/>
              <a:buNone/>
              <a:defRPr>
                <a:solidFill>
                  <a:schemeClr val="accent6"/>
                </a:solidFill>
              </a:defRPr>
            </a:lvl5pPr>
            <a:lvl6pPr lvl="5" algn="l">
              <a:spcBef>
                <a:spcPts val="0"/>
              </a:spcBef>
              <a:spcAft>
                <a:spcPts val="0"/>
              </a:spcAft>
              <a:buClr>
                <a:schemeClr val="accent6"/>
              </a:buClr>
              <a:buSzPts val="1400"/>
              <a:buFont typeface="Inter"/>
              <a:buNone/>
              <a:defRPr>
                <a:solidFill>
                  <a:schemeClr val="accent6"/>
                </a:solidFill>
              </a:defRPr>
            </a:lvl6pPr>
            <a:lvl7pPr lvl="6" algn="l">
              <a:spcBef>
                <a:spcPts val="0"/>
              </a:spcBef>
              <a:spcAft>
                <a:spcPts val="0"/>
              </a:spcAft>
              <a:buClr>
                <a:schemeClr val="accent6"/>
              </a:buClr>
              <a:buSzPts val="1400"/>
              <a:buFont typeface="Inter"/>
              <a:buNone/>
              <a:defRPr>
                <a:solidFill>
                  <a:schemeClr val="accent6"/>
                </a:solidFill>
              </a:defRPr>
            </a:lvl7pPr>
            <a:lvl8pPr lvl="7" algn="l">
              <a:spcBef>
                <a:spcPts val="0"/>
              </a:spcBef>
              <a:spcAft>
                <a:spcPts val="0"/>
              </a:spcAft>
              <a:buClr>
                <a:schemeClr val="accent6"/>
              </a:buClr>
              <a:buSzPts val="1400"/>
              <a:buFont typeface="Inter"/>
              <a:buNone/>
              <a:defRPr>
                <a:solidFill>
                  <a:schemeClr val="accent6"/>
                </a:solidFill>
              </a:defRPr>
            </a:lvl8pPr>
            <a:lvl9pPr lvl="8" algn="l">
              <a:spcBef>
                <a:spcPts val="0"/>
              </a:spcBef>
              <a:spcAft>
                <a:spcPts val="0"/>
              </a:spcAft>
              <a:buClr>
                <a:schemeClr val="accent6"/>
              </a:buClr>
              <a:buSzPts val="1400"/>
              <a:buFont typeface="Inter"/>
              <a:buNone/>
              <a:defRPr>
                <a:solidFill>
                  <a:schemeClr val="accent6"/>
                </a:solidFill>
              </a:defRPr>
            </a:lvl9pPr>
          </a:lstStyle>
          <a:p/>
        </p:txBody>
      </p:sp>
      <p:grpSp>
        <p:nvGrpSpPr>
          <p:cNvPr id="44" name="Google Shape;44;p5"/>
          <p:cNvGrpSpPr/>
          <p:nvPr/>
        </p:nvGrpSpPr>
        <p:grpSpPr>
          <a:xfrm rot="2700000">
            <a:off x="237956" y="1326863"/>
            <a:ext cx="250839" cy="250839"/>
            <a:chOff x="6251786" y="659047"/>
            <a:chExt cx="250842" cy="250842"/>
          </a:xfrm>
        </p:grpSpPr>
        <p:sp>
          <p:nvSpPr>
            <p:cNvPr id="45" name="Google Shape;45;p5"/>
            <p:cNvSpPr/>
            <p:nvPr/>
          </p:nvSpPr>
          <p:spPr>
            <a:xfrm rot="-2700000">
              <a:off x="6256849" y="727455"/>
              <a:ext cx="240717" cy="114027"/>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5"/>
            <p:cNvSpPr/>
            <p:nvPr/>
          </p:nvSpPr>
          <p:spPr>
            <a:xfrm>
              <a:off x="6436525" y="699100"/>
              <a:ext cx="267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7" name="Google Shape;47;p5"/>
            <p:cNvSpPr/>
            <p:nvPr/>
          </p:nvSpPr>
          <p:spPr>
            <a:xfrm rot="5400000">
              <a:off x="6390925" y="652300"/>
              <a:ext cx="255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grpSp>
      <p:grpSp>
        <p:nvGrpSpPr>
          <p:cNvPr id="48" name="Google Shape;48;p5"/>
          <p:cNvGrpSpPr/>
          <p:nvPr/>
        </p:nvGrpSpPr>
        <p:grpSpPr>
          <a:xfrm rot="2700000">
            <a:off x="237956" y="2004275"/>
            <a:ext cx="250839" cy="250839"/>
            <a:chOff x="6251786" y="659047"/>
            <a:chExt cx="250842" cy="250842"/>
          </a:xfrm>
        </p:grpSpPr>
        <p:sp>
          <p:nvSpPr>
            <p:cNvPr id="49" name="Google Shape;49;p5"/>
            <p:cNvSpPr/>
            <p:nvPr/>
          </p:nvSpPr>
          <p:spPr>
            <a:xfrm rot="-2700000">
              <a:off x="6256849" y="727455"/>
              <a:ext cx="240717" cy="114027"/>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0" name="Google Shape;50;p5"/>
            <p:cNvSpPr/>
            <p:nvPr/>
          </p:nvSpPr>
          <p:spPr>
            <a:xfrm>
              <a:off x="6436525" y="699100"/>
              <a:ext cx="267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51" name="Google Shape;51;p5"/>
            <p:cNvSpPr/>
            <p:nvPr/>
          </p:nvSpPr>
          <p:spPr>
            <a:xfrm rot="5400000">
              <a:off x="6390925" y="652300"/>
              <a:ext cx="255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grpSp>
      <p:grpSp>
        <p:nvGrpSpPr>
          <p:cNvPr id="52" name="Google Shape;52;p5"/>
          <p:cNvGrpSpPr/>
          <p:nvPr/>
        </p:nvGrpSpPr>
        <p:grpSpPr>
          <a:xfrm rot="2700000">
            <a:off x="237956" y="2681688"/>
            <a:ext cx="250839" cy="250839"/>
            <a:chOff x="6251786" y="659047"/>
            <a:chExt cx="250842" cy="250842"/>
          </a:xfrm>
        </p:grpSpPr>
        <p:sp>
          <p:nvSpPr>
            <p:cNvPr id="53" name="Google Shape;53;p5"/>
            <p:cNvSpPr/>
            <p:nvPr/>
          </p:nvSpPr>
          <p:spPr>
            <a:xfrm rot="-2700000">
              <a:off x="6256849" y="727455"/>
              <a:ext cx="240717" cy="114027"/>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4" name="Google Shape;54;p5"/>
            <p:cNvSpPr/>
            <p:nvPr/>
          </p:nvSpPr>
          <p:spPr>
            <a:xfrm>
              <a:off x="6436525" y="699100"/>
              <a:ext cx="267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55" name="Google Shape;55;p5"/>
            <p:cNvSpPr/>
            <p:nvPr/>
          </p:nvSpPr>
          <p:spPr>
            <a:xfrm rot="5400000">
              <a:off x="6390925" y="652300"/>
              <a:ext cx="255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grpSp>
      <p:grpSp>
        <p:nvGrpSpPr>
          <p:cNvPr id="56" name="Google Shape;56;p5"/>
          <p:cNvGrpSpPr/>
          <p:nvPr/>
        </p:nvGrpSpPr>
        <p:grpSpPr>
          <a:xfrm rot="2700000">
            <a:off x="237956" y="3359100"/>
            <a:ext cx="250839" cy="250839"/>
            <a:chOff x="6251786" y="659047"/>
            <a:chExt cx="250842" cy="250842"/>
          </a:xfrm>
        </p:grpSpPr>
        <p:sp>
          <p:nvSpPr>
            <p:cNvPr id="57" name="Google Shape;57;p5"/>
            <p:cNvSpPr/>
            <p:nvPr/>
          </p:nvSpPr>
          <p:spPr>
            <a:xfrm rot="-2700000">
              <a:off x="6256849" y="727455"/>
              <a:ext cx="240717" cy="114027"/>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8" name="Google Shape;58;p5"/>
            <p:cNvSpPr/>
            <p:nvPr/>
          </p:nvSpPr>
          <p:spPr>
            <a:xfrm>
              <a:off x="6436525" y="699100"/>
              <a:ext cx="267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59" name="Google Shape;59;p5"/>
            <p:cNvSpPr/>
            <p:nvPr/>
          </p:nvSpPr>
          <p:spPr>
            <a:xfrm rot="5400000">
              <a:off x="6390925" y="652300"/>
              <a:ext cx="255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grpSp>
      <p:grpSp>
        <p:nvGrpSpPr>
          <p:cNvPr id="60" name="Google Shape;60;p5"/>
          <p:cNvGrpSpPr/>
          <p:nvPr/>
        </p:nvGrpSpPr>
        <p:grpSpPr>
          <a:xfrm rot="2700000">
            <a:off x="237956" y="4036513"/>
            <a:ext cx="250839" cy="250839"/>
            <a:chOff x="6251786" y="659047"/>
            <a:chExt cx="250842" cy="250842"/>
          </a:xfrm>
        </p:grpSpPr>
        <p:sp>
          <p:nvSpPr>
            <p:cNvPr id="61" name="Google Shape;61;p5"/>
            <p:cNvSpPr/>
            <p:nvPr/>
          </p:nvSpPr>
          <p:spPr>
            <a:xfrm rot="-2700000">
              <a:off x="6256849" y="727455"/>
              <a:ext cx="240717" cy="114027"/>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62" name="Google Shape;62;p5"/>
            <p:cNvSpPr/>
            <p:nvPr/>
          </p:nvSpPr>
          <p:spPr>
            <a:xfrm>
              <a:off x="6436525" y="699100"/>
              <a:ext cx="267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63" name="Google Shape;63;p5"/>
            <p:cNvSpPr/>
            <p:nvPr/>
          </p:nvSpPr>
          <p:spPr>
            <a:xfrm rot="5400000">
              <a:off x="6390925" y="652300"/>
              <a:ext cx="25500" cy="119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grpSp>
      <p:sp>
        <p:nvSpPr>
          <p:cNvPr id="64" name="Google Shape;64;p5"/>
          <p:cNvSpPr txBox="1"/>
          <p:nvPr>
            <p:ph idx="4" type="title"/>
          </p:nvPr>
        </p:nvSpPr>
        <p:spPr>
          <a:xfrm>
            <a:off x="711275" y="1914413"/>
            <a:ext cx="3813600" cy="529500"/>
          </a:xfrm>
          <a:prstGeom prst="rect">
            <a:avLst/>
          </a:prstGeom>
        </p:spPr>
        <p:txBody>
          <a:bodyPr anchorCtr="0" anchor="ctr" bIns="91425" lIns="91425" spcFirstLastPara="1" rIns="91425" wrap="square" tIns="91425">
            <a:noAutofit/>
          </a:bodyPr>
          <a:lstStyle>
            <a:lvl1pPr lvl="0">
              <a:lnSpc>
                <a:spcPct val="70000"/>
              </a:lnSpc>
              <a:spcBef>
                <a:spcPts val="0"/>
              </a:spcBef>
              <a:spcAft>
                <a:spcPts val="0"/>
              </a:spcAft>
              <a:buNone/>
              <a:defRPr>
                <a:solidFill>
                  <a:schemeClr val="accent1"/>
                </a:solidFill>
              </a:defRPr>
            </a:lvl1pPr>
            <a:lvl2pPr lvl="1">
              <a:lnSpc>
                <a:spcPct val="70000"/>
              </a:lnSpc>
              <a:spcBef>
                <a:spcPts val="0"/>
              </a:spcBef>
              <a:spcAft>
                <a:spcPts val="0"/>
              </a:spcAft>
              <a:buNone/>
              <a:defRPr>
                <a:solidFill>
                  <a:schemeClr val="accent1"/>
                </a:solidFill>
              </a:defRPr>
            </a:lvl2pPr>
            <a:lvl3pPr lvl="2">
              <a:lnSpc>
                <a:spcPct val="70000"/>
              </a:lnSpc>
              <a:spcBef>
                <a:spcPts val="0"/>
              </a:spcBef>
              <a:spcAft>
                <a:spcPts val="0"/>
              </a:spcAft>
              <a:buNone/>
              <a:defRPr>
                <a:solidFill>
                  <a:schemeClr val="accent1"/>
                </a:solidFill>
              </a:defRPr>
            </a:lvl3pPr>
            <a:lvl4pPr lvl="3">
              <a:lnSpc>
                <a:spcPct val="70000"/>
              </a:lnSpc>
              <a:spcBef>
                <a:spcPts val="0"/>
              </a:spcBef>
              <a:spcAft>
                <a:spcPts val="0"/>
              </a:spcAft>
              <a:buNone/>
              <a:defRPr>
                <a:solidFill>
                  <a:schemeClr val="accent1"/>
                </a:solidFill>
              </a:defRPr>
            </a:lvl4pPr>
            <a:lvl5pPr lvl="4">
              <a:lnSpc>
                <a:spcPct val="70000"/>
              </a:lnSpc>
              <a:spcBef>
                <a:spcPts val="0"/>
              </a:spcBef>
              <a:spcAft>
                <a:spcPts val="0"/>
              </a:spcAft>
              <a:buNone/>
              <a:defRPr>
                <a:solidFill>
                  <a:schemeClr val="accent1"/>
                </a:solidFill>
              </a:defRPr>
            </a:lvl5pPr>
            <a:lvl6pPr lvl="5">
              <a:lnSpc>
                <a:spcPct val="70000"/>
              </a:lnSpc>
              <a:spcBef>
                <a:spcPts val="0"/>
              </a:spcBef>
              <a:spcAft>
                <a:spcPts val="0"/>
              </a:spcAft>
              <a:buNone/>
              <a:defRPr>
                <a:solidFill>
                  <a:schemeClr val="accent1"/>
                </a:solidFill>
              </a:defRPr>
            </a:lvl6pPr>
            <a:lvl7pPr lvl="6">
              <a:lnSpc>
                <a:spcPct val="70000"/>
              </a:lnSpc>
              <a:spcBef>
                <a:spcPts val="0"/>
              </a:spcBef>
              <a:spcAft>
                <a:spcPts val="0"/>
              </a:spcAft>
              <a:buNone/>
              <a:defRPr>
                <a:solidFill>
                  <a:schemeClr val="accent1"/>
                </a:solidFill>
              </a:defRPr>
            </a:lvl7pPr>
            <a:lvl8pPr lvl="7">
              <a:lnSpc>
                <a:spcPct val="70000"/>
              </a:lnSpc>
              <a:spcBef>
                <a:spcPts val="0"/>
              </a:spcBef>
              <a:spcAft>
                <a:spcPts val="0"/>
              </a:spcAft>
              <a:buNone/>
              <a:defRPr>
                <a:solidFill>
                  <a:schemeClr val="accent1"/>
                </a:solidFill>
              </a:defRPr>
            </a:lvl8pPr>
            <a:lvl9pPr lvl="8">
              <a:lnSpc>
                <a:spcPct val="70000"/>
              </a:lnSpc>
              <a:spcBef>
                <a:spcPts val="0"/>
              </a:spcBef>
              <a:spcAft>
                <a:spcPts val="0"/>
              </a:spcAft>
              <a:buNone/>
              <a:defRPr>
                <a:solidFill>
                  <a:schemeClr val="accent1"/>
                </a:solidFill>
              </a:defRPr>
            </a:lvl9pPr>
          </a:lstStyle>
          <a:p/>
        </p:txBody>
      </p:sp>
      <p:sp>
        <p:nvSpPr>
          <p:cNvPr id="65" name="Google Shape;65;p5"/>
          <p:cNvSpPr txBox="1"/>
          <p:nvPr>
            <p:ph idx="5" type="title"/>
          </p:nvPr>
        </p:nvSpPr>
        <p:spPr>
          <a:xfrm>
            <a:off x="711275" y="2629725"/>
            <a:ext cx="3813600" cy="5295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a:solidFill>
                  <a:schemeClr val="accent1"/>
                </a:solidFill>
              </a:defRPr>
            </a:lvl1pPr>
            <a:lvl2pPr lvl="1">
              <a:lnSpc>
                <a:spcPct val="70000"/>
              </a:lnSpc>
              <a:spcBef>
                <a:spcPts val="0"/>
              </a:spcBef>
              <a:spcAft>
                <a:spcPts val="0"/>
              </a:spcAft>
              <a:buNone/>
              <a:defRPr>
                <a:solidFill>
                  <a:schemeClr val="accent1"/>
                </a:solidFill>
              </a:defRPr>
            </a:lvl2pPr>
            <a:lvl3pPr lvl="2">
              <a:lnSpc>
                <a:spcPct val="70000"/>
              </a:lnSpc>
              <a:spcBef>
                <a:spcPts val="0"/>
              </a:spcBef>
              <a:spcAft>
                <a:spcPts val="0"/>
              </a:spcAft>
              <a:buNone/>
              <a:defRPr>
                <a:solidFill>
                  <a:schemeClr val="accent1"/>
                </a:solidFill>
              </a:defRPr>
            </a:lvl3pPr>
            <a:lvl4pPr lvl="3">
              <a:lnSpc>
                <a:spcPct val="70000"/>
              </a:lnSpc>
              <a:spcBef>
                <a:spcPts val="0"/>
              </a:spcBef>
              <a:spcAft>
                <a:spcPts val="0"/>
              </a:spcAft>
              <a:buNone/>
              <a:defRPr>
                <a:solidFill>
                  <a:schemeClr val="accent1"/>
                </a:solidFill>
              </a:defRPr>
            </a:lvl4pPr>
            <a:lvl5pPr lvl="4">
              <a:lnSpc>
                <a:spcPct val="70000"/>
              </a:lnSpc>
              <a:spcBef>
                <a:spcPts val="0"/>
              </a:spcBef>
              <a:spcAft>
                <a:spcPts val="0"/>
              </a:spcAft>
              <a:buNone/>
              <a:defRPr>
                <a:solidFill>
                  <a:schemeClr val="accent1"/>
                </a:solidFill>
              </a:defRPr>
            </a:lvl5pPr>
            <a:lvl6pPr lvl="5">
              <a:lnSpc>
                <a:spcPct val="70000"/>
              </a:lnSpc>
              <a:spcBef>
                <a:spcPts val="0"/>
              </a:spcBef>
              <a:spcAft>
                <a:spcPts val="0"/>
              </a:spcAft>
              <a:buNone/>
              <a:defRPr>
                <a:solidFill>
                  <a:schemeClr val="accent1"/>
                </a:solidFill>
              </a:defRPr>
            </a:lvl6pPr>
            <a:lvl7pPr lvl="6">
              <a:lnSpc>
                <a:spcPct val="70000"/>
              </a:lnSpc>
              <a:spcBef>
                <a:spcPts val="0"/>
              </a:spcBef>
              <a:spcAft>
                <a:spcPts val="0"/>
              </a:spcAft>
              <a:buNone/>
              <a:defRPr>
                <a:solidFill>
                  <a:schemeClr val="accent1"/>
                </a:solidFill>
              </a:defRPr>
            </a:lvl7pPr>
            <a:lvl8pPr lvl="7">
              <a:lnSpc>
                <a:spcPct val="70000"/>
              </a:lnSpc>
              <a:spcBef>
                <a:spcPts val="0"/>
              </a:spcBef>
              <a:spcAft>
                <a:spcPts val="0"/>
              </a:spcAft>
              <a:buNone/>
              <a:defRPr>
                <a:solidFill>
                  <a:schemeClr val="accent1"/>
                </a:solidFill>
              </a:defRPr>
            </a:lvl8pPr>
            <a:lvl9pPr lvl="8">
              <a:lnSpc>
                <a:spcPct val="70000"/>
              </a:lnSpc>
              <a:spcBef>
                <a:spcPts val="0"/>
              </a:spcBef>
              <a:spcAft>
                <a:spcPts val="0"/>
              </a:spcAft>
              <a:buNone/>
              <a:defRPr>
                <a:solidFill>
                  <a:schemeClr val="accent1"/>
                </a:solidFill>
              </a:defRPr>
            </a:lvl9pPr>
          </a:lstStyle>
          <a:p/>
        </p:txBody>
      </p:sp>
      <p:sp>
        <p:nvSpPr>
          <p:cNvPr id="66" name="Google Shape;66;p5"/>
          <p:cNvSpPr txBox="1"/>
          <p:nvPr>
            <p:ph idx="6" type="title"/>
          </p:nvPr>
        </p:nvSpPr>
        <p:spPr>
          <a:xfrm>
            <a:off x="711275" y="3345038"/>
            <a:ext cx="3813600" cy="5295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a:solidFill>
                  <a:schemeClr val="accent1"/>
                </a:solidFill>
              </a:defRPr>
            </a:lvl1pPr>
            <a:lvl2pPr lvl="1">
              <a:lnSpc>
                <a:spcPct val="70000"/>
              </a:lnSpc>
              <a:spcBef>
                <a:spcPts val="0"/>
              </a:spcBef>
              <a:spcAft>
                <a:spcPts val="0"/>
              </a:spcAft>
              <a:buNone/>
              <a:defRPr>
                <a:solidFill>
                  <a:schemeClr val="accent1"/>
                </a:solidFill>
              </a:defRPr>
            </a:lvl2pPr>
            <a:lvl3pPr lvl="2">
              <a:lnSpc>
                <a:spcPct val="70000"/>
              </a:lnSpc>
              <a:spcBef>
                <a:spcPts val="0"/>
              </a:spcBef>
              <a:spcAft>
                <a:spcPts val="0"/>
              </a:spcAft>
              <a:buNone/>
              <a:defRPr>
                <a:solidFill>
                  <a:schemeClr val="accent1"/>
                </a:solidFill>
              </a:defRPr>
            </a:lvl3pPr>
            <a:lvl4pPr lvl="3">
              <a:lnSpc>
                <a:spcPct val="70000"/>
              </a:lnSpc>
              <a:spcBef>
                <a:spcPts val="0"/>
              </a:spcBef>
              <a:spcAft>
                <a:spcPts val="0"/>
              </a:spcAft>
              <a:buNone/>
              <a:defRPr>
                <a:solidFill>
                  <a:schemeClr val="accent1"/>
                </a:solidFill>
              </a:defRPr>
            </a:lvl4pPr>
            <a:lvl5pPr lvl="4">
              <a:lnSpc>
                <a:spcPct val="70000"/>
              </a:lnSpc>
              <a:spcBef>
                <a:spcPts val="0"/>
              </a:spcBef>
              <a:spcAft>
                <a:spcPts val="0"/>
              </a:spcAft>
              <a:buNone/>
              <a:defRPr>
                <a:solidFill>
                  <a:schemeClr val="accent1"/>
                </a:solidFill>
              </a:defRPr>
            </a:lvl5pPr>
            <a:lvl6pPr lvl="5">
              <a:lnSpc>
                <a:spcPct val="70000"/>
              </a:lnSpc>
              <a:spcBef>
                <a:spcPts val="0"/>
              </a:spcBef>
              <a:spcAft>
                <a:spcPts val="0"/>
              </a:spcAft>
              <a:buNone/>
              <a:defRPr>
                <a:solidFill>
                  <a:schemeClr val="accent1"/>
                </a:solidFill>
              </a:defRPr>
            </a:lvl6pPr>
            <a:lvl7pPr lvl="6">
              <a:lnSpc>
                <a:spcPct val="70000"/>
              </a:lnSpc>
              <a:spcBef>
                <a:spcPts val="0"/>
              </a:spcBef>
              <a:spcAft>
                <a:spcPts val="0"/>
              </a:spcAft>
              <a:buNone/>
              <a:defRPr>
                <a:solidFill>
                  <a:schemeClr val="accent1"/>
                </a:solidFill>
              </a:defRPr>
            </a:lvl7pPr>
            <a:lvl8pPr lvl="7">
              <a:lnSpc>
                <a:spcPct val="70000"/>
              </a:lnSpc>
              <a:spcBef>
                <a:spcPts val="0"/>
              </a:spcBef>
              <a:spcAft>
                <a:spcPts val="0"/>
              </a:spcAft>
              <a:buNone/>
              <a:defRPr>
                <a:solidFill>
                  <a:schemeClr val="accent1"/>
                </a:solidFill>
              </a:defRPr>
            </a:lvl8pPr>
            <a:lvl9pPr lvl="8">
              <a:lnSpc>
                <a:spcPct val="70000"/>
              </a:lnSpc>
              <a:spcBef>
                <a:spcPts val="0"/>
              </a:spcBef>
              <a:spcAft>
                <a:spcPts val="0"/>
              </a:spcAft>
              <a:buNone/>
              <a:defRPr>
                <a:solidFill>
                  <a:schemeClr val="accent1"/>
                </a:solidFill>
              </a:defRPr>
            </a:lvl9pPr>
          </a:lstStyle>
          <a:p/>
        </p:txBody>
      </p:sp>
      <p:sp>
        <p:nvSpPr>
          <p:cNvPr id="67" name="Google Shape;67;p5"/>
          <p:cNvSpPr txBox="1"/>
          <p:nvPr>
            <p:ph idx="7" type="title"/>
          </p:nvPr>
        </p:nvSpPr>
        <p:spPr>
          <a:xfrm>
            <a:off x="711275" y="4060350"/>
            <a:ext cx="3813600" cy="5295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a:solidFill>
                  <a:schemeClr val="accent1"/>
                </a:solidFill>
              </a:defRPr>
            </a:lvl1pPr>
            <a:lvl2pPr lvl="1">
              <a:lnSpc>
                <a:spcPct val="70000"/>
              </a:lnSpc>
              <a:spcBef>
                <a:spcPts val="0"/>
              </a:spcBef>
              <a:spcAft>
                <a:spcPts val="0"/>
              </a:spcAft>
              <a:buNone/>
              <a:defRPr>
                <a:solidFill>
                  <a:schemeClr val="accent1"/>
                </a:solidFill>
              </a:defRPr>
            </a:lvl2pPr>
            <a:lvl3pPr lvl="2">
              <a:lnSpc>
                <a:spcPct val="70000"/>
              </a:lnSpc>
              <a:spcBef>
                <a:spcPts val="0"/>
              </a:spcBef>
              <a:spcAft>
                <a:spcPts val="0"/>
              </a:spcAft>
              <a:buNone/>
              <a:defRPr>
                <a:solidFill>
                  <a:schemeClr val="accent1"/>
                </a:solidFill>
              </a:defRPr>
            </a:lvl3pPr>
            <a:lvl4pPr lvl="3">
              <a:lnSpc>
                <a:spcPct val="70000"/>
              </a:lnSpc>
              <a:spcBef>
                <a:spcPts val="0"/>
              </a:spcBef>
              <a:spcAft>
                <a:spcPts val="0"/>
              </a:spcAft>
              <a:buNone/>
              <a:defRPr>
                <a:solidFill>
                  <a:schemeClr val="accent1"/>
                </a:solidFill>
              </a:defRPr>
            </a:lvl4pPr>
            <a:lvl5pPr lvl="4">
              <a:lnSpc>
                <a:spcPct val="70000"/>
              </a:lnSpc>
              <a:spcBef>
                <a:spcPts val="0"/>
              </a:spcBef>
              <a:spcAft>
                <a:spcPts val="0"/>
              </a:spcAft>
              <a:buNone/>
              <a:defRPr>
                <a:solidFill>
                  <a:schemeClr val="accent1"/>
                </a:solidFill>
              </a:defRPr>
            </a:lvl5pPr>
            <a:lvl6pPr lvl="5">
              <a:lnSpc>
                <a:spcPct val="70000"/>
              </a:lnSpc>
              <a:spcBef>
                <a:spcPts val="0"/>
              </a:spcBef>
              <a:spcAft>
                <a:spcPts val="0"/>
              </a:spcAft>
              <a:buNone/>
              <a:defRPr>
                <a:solidFill>
                  <a:schemeClr val="accent1"/>
                </a:solidFill>
              </a:defRPr>
            </a:lvl6pPr>
            <a:lvl7pPr lvl="6">
              <a:lnSpc>
                <a:spcPct val="70000"/>
              </a:lnSpc>
              <a:spcBef>
                <a:spcPts val="0"/>
              </a:spcBef>
              <a:spcAft>
                <a:spcPts val="0"/>
              </a:spcAft>
              <a:buNone/>
              <a:defRPr>
                <a:solidFill>
                  <a:schemeClr val="accent1"/>
                </a:solidFill>
              </a:defRPr>
            </a:lvl7pPr>
            <a:lvl8pPr lvl="7">
              <a:lnSpc>
                <a:spcPct val="70000"/>
              </a:lnSpc>
              <a:spcBef>
                <a:spcPts val="0"/>
              </a:spcBef>
              <a:spcAft>
                <a:spcPts val="0"/>
              </a:spcAft>
              <a:buNone/>
              <a:defRPr>
                <a:solidFill>
                  <a:schemeClr val="accent1"/>
                </a:solidFill>
              </a:defRPr>
            </a:lvl8pPr>
            <a:lvl9pPr lvl="8">
              <a:lnSpc>
                <a:spcPct val="70000"/>
              </a:lnSpc>
              <a:spcBef>
                <a:spcPts val="0"/>
              </a:spcBef>
              <a:spcAft>
                <a:spcPts val="0"/>
              </a:spcAft>
              <a:buNone/>
              <a:defRPr>
                <a:solidFill>
                  <a:schemeClr val="accent1"/>
                </a:solidFill>
              </a:defRPr>
            </a:lvl9pPr>
          </a:lstStyle>
          <a:p/>
        </p:txBody>
      </p:sp>
      <p:sp>
        <p:nvSpPr>
          <p:cNvPr id="68" name="Google Shape;68;p5"/>
          <p:cNvSpPr/>
          <p:nvPr/>
        </p:nvSpPr>
        <p:spPr>
          <a:xfrm>
            <a:off x="6714486" y="3907975"/>
            <a:ext cx="1227600" cy="122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9" name="Google Shape;69;p5"/>
          <p:cNvSpPr/>
          <p:nvPr/>
        </p:nvSpPr>
        <p:spPr>
          <a:xfrm>
            <a:off x="6630361" y="592650"/>
            <a:ext cx="2494200" cy="24942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0" name="Google Shape;70;p5"/>
          <p:cNvSpPr/>
          <p:nvPr>
            <p:ph idx="8" type="pic"/>
          </p:nvPr>
        </p:nvSpPr>
        <p:spPr>
          <a:xfrm>
            <a:off x="5434100" y="2461125"/>
            <a:ext cx="1790700" cy="1790700"/>
          </a:xfrm>
          <a:prstGeom prst="ellipse">
            <a:avLst/>
          </a:prstGeom>
          <a:noFill/>
          <a:ln>
            <a:noFill/>
          </a:ln>
        </p:spPr>
      </p:sp>
      <p:sp>
        <p:nvSpPr>
          <p:cNvPr id="71" name="Google Shape;71;p5"/>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72" name="Google Shape;72;p5"/>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chart">
  <p:cSld name="BLANK_1_1_1_1_1_1_1_1_1_1_1_1_1_1_1_3">
    <p:spTree>
      <p:nvGrpSpPr>
        <p:cNvPr id="73" name="Shape 73"/>
        <p:cNvGrpSpPr/>
        <p:nvPr/>
      </p:nvGrpSpPr>
      <p:grpSpPr>
        <a:xfrm>
          <a:off x="0" y="0"/>
          <a:ext cx="0" cy="0"/>
          <a:chOff x="0" y="0"/>
          <a:chExt cx="0" cy="0"/>
        </a:xfrm>
      </p:grpSpPr>
      <p:sp>
        <p:nvSpPr>
          <p:cNvPr id="74" name="Google Shape;74;p6"/>
          <p:cNvSpPr txBox="1"/>
          <p:nvPr>
            <p:ph idx="1" type="subTitle"/>
          </p:nvPr>
        </p:nvSpPr>
        <p:spPr>
          <a:xfrm>
            <a:off x="228900" y="1798163"/>
            <a:ext cx="2100900" cy="597300"/>
          </a:xfrm>
          <a:prstGeom prst="rect">
            <a:avLst/>
          </a:prstGeom>
        </p:spPr>
        <p:txBody>
          <a:bodyPr anchorCtr="0" anchor="t" bIns="0" lIns="182875" spcFirstLastPara="1" rIns="0" wrap="square" tIns="0">
            <a:noAutofit/>
          </a:bodyPr>
          <a:lstStyle>
            <a:lvl1pPr lvl="0">
              <a:lnSpc>
                <a:spcPct val="70000"/>
              </a:lnSpc>
              <a:spcBef>
                <a:spcPts val="0"/>
              </a:spcBef>
              <a:spcAft>
                <a:spcPts val="0"/>
              </a:spcAft>
              <a:buNone/>
              <a:defRPr b="1" sz="2400">
                <a:solidFill>
                  <a:schemeClr val="accent3"/>
                </a:solidFill>
                <a:latin typeface="Afacad Flux"/>
                <a:ea typeface="Afacad Flux"/>
                <a:cs typeface="Afacad Flux"/>
                <a:sym typeface="Afacad Flux"/>
              </a:defRPr>
            </a:lvl1pPr>
            <a:lvl2pPr lvl="1">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2pPr>
            <a:lvl3pPr lvl="2">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3pPr>
            <a:lvl4pPr lvl="3">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4pPr>
            <a:lvl5pPr lvl="4">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5pPr>
            <a:lvl6pPr lvl="5">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6pPr>
            <a:lvl7pPr lvl="6">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7pPr>
            <a:lvl8pPr lvl="7">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8pPr>
            <a:lvl9pPr lvl="8">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9pPr>
          </a:lstStyle>
          <a:p/>
        </p:txBody>
      </p:sp>
      <p:sp>
        <p:nvSpPr>
          <p:cNvPr id="75" name="Google Shape;75;p6"/>
          <p:cNvSpPr txBox="1"/>
          <p:nvPr>
            <p:ph idx="2" type="body"/>
          </p:nvPr>
        </p:nvSpPr>
        <p:spPr>
          <a:xfrm>
            <a:off x="228100" y="2576700"/>
            <a:ext cx="2834400" cy="4149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76" name="Google Shape;76;p6"/>
          <p:cNvSpPr txBox="1"/>
          <p:nvPr>
            <p:ph type="title"/>
          </p:nvPr>
        </p:nvSpPr>
        <p:spPr>
          <a:xfrm>
            <a:off x="228600" y="457200"/>
            <a:ext cx="42966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latin typeface="Afacad Flux SemiBold"/>
                <a:ea typeface="Afacad Flux SemiBold"/>
                <a:cs typeface="Afacad Flux SemiBold"/>
                <a:sym typeface="Afacad Flux SemiBold"/>
              </a:defRPr>
            </a:lvl1pPr>
            <a:lvl2pPr lvl="1">
              <a:lnSpc>
                <a:spcPct val="70000"/>
              </a:lnSpc>
              <a:spcBef>
                <a:spcPts val="0"/>
              </a:spcBef>
              <a:spcAft>
                <a:spcPts val="0"/>
              </a:spcAft>
              <a:buNone/>
              <a:defRPr b="0">
                <a:latin typeface="Afacad Flux SemiBold"/>
                <a:ea typeface="Afacad Flux SemiBold"/>
                <a:cs typeface="Afacad Flux SemiBold"/>
                <a:sym typeface="Afacad Flux SemiBold"/>
              </a:defRPr>
            </a:lvl2pPr>
            <a:lvl3pPr lvl="2">
              <a:lnSpc>
                <a:spcPct val="70000"/>
              </a:lnSpc>
              <a:spcBef>
                <a:spcPts val="0"/>
              </a:spcBef>
              <a:spcAft>
                <a:spcPts val="0"/>
              </a:spcAft>
              <a:buNone/>
              <a:defRPr b="0">
                <a:latin typeface="Afacad Flux SemiBold"/>
                <a:ea typeface="Afacad Flux SemiBold"/>
                <a:cs typeface="Afacad Flux SemiBold"/>
                <a:sym typeface="Afacad Flux SemiBold"/>
              </a:defRPr>
            </a:lvl3pPr>
            <a:lvl4pPr lvl="3">
              <a:lnSpc>
                <a:spcPct val="70000"/>
              </a:lnSpc>
              <a:spcBef>
                <a:spcPts val="0"/>
              </a:spcBef>
              <a:spcAft>
                <a:spcPts val="0"/>
              </a:spcAft>
              <a:buNone/>
              <a:defRPr b="0">
                <a:latin typeface="Afacad Flux SemiBold"/>
                <a:ea typeface="Afacad Flux SemiBold"/>
                <a:cs typeface="Afacad Flux SemiBold"/>
                <a:sym typeface="Afacad Flux SemiBold"/>
              </a:defRPr>
            </a:lvl4pPr>
            <a:lvl5pPr lvl="4">
              <a:lnSpc>
                <a:spcPct val="70000"/>
              </a:lnSpc>
              <a:spcBef>
                <a:spcPts val="0"/>
              </a:spcBef>
              <a:spcAft>
                <a:spcPts val="0"/>
              </a:spcAft>
              <a:buNone/>
              <a:defRPr b="0">
                <a:latin typeface="Afacad Flux SemiBold"/>
                <a:ea typeface="Afacad Flux SemiBold"/>
                <a:cs typeface="Afacad Flux SemiBold"/>
                <a:sym typeface="Afacad Flux SemiBold"/>
              </a:defRPr>
            </a:lvl5pPr>
            <a:lvl6pPr lvl="5">
              <a:lnSpc>
                <a:spcPct val="70000"/>
              </a:lnSpc>
              <a:spcBef>
                <a:spcPts val="0"/>
              </a:spcBef>
              <a:spcAft>
                <a:spcPts val="0"/>
              </a:spcAft>
              <a:buNone/>
              <a:defRPr b="0">
                <a:latin typeface="Afacad Flux SemiBold"/>
                <a:ea typeface="Afacad Flux SemiBold"/>
                <a:cs typeface="Afacad Flux SemiBold"/>
                <a:sym typeface="Afacad Flux SemiBold"/>
              </a:defRPr>
            </a:lvl6pPr>
            <a:lvl7pPr lvl="6">
              <a:lnSpc>
                <a:spcPct val="70000"/>
              </a:lnSpc>
              <a:spcBef>
                <a:spcPts val="0"/>
              </a:spcBef>
              <a:spcAft>
                <a:spcPts val="0"/>
              </a:spcAft>
              <a:buNone/>
              <a:defRPr b="0">
                <a:latin typeface="Afacad Flux SemiBold"/>
                <a:ea typeface="Afacad Flux SemiBold"/>
                <a:cs typeface="Afacad Flux SemiBold"/>
                <a:sym typeface="Afacad Flux SemiBold"/>
              </a:defRPr>
            </a:lvl7pPr>
            <a:lvl8pPr lvl="7">
              <a:lnSpc>
                <a:spcPct val="70000"/>
              </a:lnSpc>
              <a:spcBef>
                <a:spcPts val="0"/>
              </a:spcBef>
              <a:spcAft>
                <a:spcPts val="0"/>
              </a:spcAft>
              <a:buNone/>
              <a:defRPr b="0">
                <a:latin typeface="Afacad Flux SemiBold"/>
                <a:ea typeface="Afacad Flux SemiBold"/>
                <a:cs typeface="Afacad Flux SemiBold"/>
                <a:sym typeface="Afacad Flux SemiBold"/>
              </a:defRPr>
            </a:lvl8pPr>
            <a:lvl9pPr lvl="8">
              <a:lnSpc>
                <a:spcPct val="70000"/>
              </a:lnSpc>
              <a:spcBef>
                <a:spcPts val="0"/>
              </a:spcBef>
              <a:spcAft>
                <a:spcPts val="0"/>
              </a:spcAft>
              <a:buNone/>
              <a:defRPr b="0">
                <a:latin typeface="Afacad Flux SemiBold"/>
                <a:ea typeface="Afacad Flux SemiBold"/>
                <a:cs typeface="Afacad Flux SemiBold"/>
                <a:sym typeface="Afacad Flux SemiBold"/>
              </a:defRPr>
            </a:lvl9pPr>
          </a:lstStyle>
          <a:p/>
        </p:txBody>
      </p:sp>
      <p:sp>
        <p:nvSpPr>
          <p:cNvPr id="77" name="Google Shape;77;p6"/>
          <p:cNvSpPr txBox="1"/>
          <p:nvPr>
            <p:ph idx="3" type="subTitle"/>
          </p:nvPr>
        </p:nvSpPr>
        <p:spPr>
          <a:xfrm>
            <a:off x="6082300" y="1798163"/>
            <a:ext cx="2100900" cy="597300"/>
          </a:xfrm>
          <a:prstGeom prst="rect">
            <a:avLst/>
          </a:prstGeom>
        </p:spPr>
        <p:txBody>
          <a:bodyPr anchorCtr="0" anchor="t" bIns="0" lIns="182875" spcFirstLastPara="1" rIns="0" wrap="square" tIns="0">
            <a:noAutofit/>
          </a:bodyPr>
          <a:lstStyle>
            <a:lvl1pPr lvl="0">
              <a:lnSpc>
                <a:spcPct val="70000"/>
              </a:lnSpc>
              <a:spcBef>
                <a:spcPts val="0"/>
              </a:spcBef>
              <a:spcAft>
                <a:spcPts val="0"/>
              </a:spcAft>
              <a:buNone/>
              <a:defRPr b="1" sz="2400">
                <a:solidFill>
                  <a:schemeClr val="accent3"/>
                </a:solidFill>
                <a:latin typeface="Afacad Flux"/>
                <a:ea typeface="Afacad Flux"/>
                <a:cs typeface="Afacad Flux"/>
                <a:sym typeface="Afacad Flux"/>
              </a:defRPr>
            </a:lvl1pPr>
            <a:lvl2pPr lvl="1">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2pPr>
            <a:lvl3pPr lvl="2">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3pPr>
            <a:lvl4pPr lvl="3">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4pPr>
            <a:lvl5pPr lvl="4">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5pPr>
            <a:lvl6pPr lvl="5">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6pPr>
            <a:lvl7pPr lvl="6">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7pPr>
            <a:lvl8pPr lvl="7">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8pPr>
            <a:lvl9pPr lvl="8">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9pPr>
          </a:lstStyle>
          <a:p/>
        </p:txBody>
      </p:sp>
      <p:sp>
        <p:nvSpPr>
          <p:cNvPr id="78" name="Google Shape;78;p6"/>
          <p:cNvSpPr txBox="1"/>
          <p:nvPr>
            <p:ph idx="4" type="subTitle"/>
          </p:nvPr>
        </p:nvSpPr>
        <p:spPr>
          <a:xfrm>
            <a:off x="3155600" y="1798163"/>
            <a:ext cx="2100900" cy="597300"/>
          </a:xfrm>
          <a:prstGeom prst="rect">
            <a:avLst/>
          </a:prstGeom>
        </p:spPr>
        <p:txBody>
          <a:bodyPr anchorCtr="0" anchor="t" bIns="0" lIns="182875" spcFirstLastPara="1" rIns="0" wrap="square" tIns="0">
            <a:noAutofit/>
          </a:bodyPr>
          <a:lstStyle>
            <a:lvl1pPr lvl="0">
              <a:lnSpc>
                <a:spcPct val="70000"/>
              </a:lnSpc>
              <a:spcBef>
                <a:spcPts val="0"/>
              </a:spcBef>
              <a:spcAft>
                <a:spcPts val="0"/>
              </a:spcAft>
              <a:buNone/>
              <a:defRPr b="1" sz="2400">
                <a:solidFill>
                  <a:schemeClr val="accent3"/>
                </a:solidFill>
                <a:latin typeface="Afacad Flux"/>
                <a:ea typeface="Afacad Flux"/>
                <a:cs typeface="Afacad Flux"/>
                <a:sym typeface="Afacad Flux"/>
              </a:defRPr>
            </a:lvl1pPr>
            <a:lvl2pPr lvl="1">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2pPr>
            <a:lvl3pPr lvl="2">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3pPr>
            <a:lvl4pPr lvl="3">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4pPr>
            <a:lvl5pPr lvl="4">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5pPr>
            <a:lvl6pPr lvl="5">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6pPr>
            <a:lvl7pPr lvl="6">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7pPr>
            <a:lvl8pPr lvl="7">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8pPr>
            <a:lvl9pPr lvl="8">
              <a:spcBef>
                <a:spcPts val="0"/>
              </a:spcBef>
              <a:spcAft>
                <a:spcPts val="0"/>
              </a:spcAft>
              <a:buClr>
                <a:schemeClr val="accent3"/>
              </a:buClr>
              <a:buSzPts val="1200"/>
              <a:buFont typeface="Afacad Flux"/>
              <a:buNone/>
              <a:defRPr sz="1200">
                <a:solidFill>
                  <a:schemeClr val="accent3"/>
                </a:solidFill>
                <a:latin typeface="Afacad Flux"/>
                <a:ea typeface="Afacad Flux"/>
                <a:cs typeface="Afacad Flux"/>
                <a:sym typeface="Afacad Flux"/>
              </a:defRPr>
            </a:lvl9pPr>
          </a:lstStyle>
          <a:p/>
        </p:txBody>
      </p:sp>
      <p:sp>
        <p:nvSpPr>
          <p:cNvPr id="79" name="Google Shape;79;p6"/>
          <p:cNvSpPr txBox="1"/>
          <p:nvPr>
            <p:ph idx="5" type="subTitle"/>
          </p:nvPr>
        </p:nvSpPr>
        <p:spPr>
          <a:xfrm>
            <a:off x="410400" y="2991450"/>
            <a:ext cx="939900" cy="342300"/>
          </a:xfrm>
          <a:prstGeom prst="rect">
            <a:avLst/>
          </a:prstGeom>
        </p:spPr>
        <p:txBody>
          <a:bodyPr anchorCtr="0" anchor="ctr" bIns="0" lIns="182875" spcFirstLastPara="1" rIns="0" wrap="square" tIns="0">
            <a:noAutofit/>
          </a:bodyPr>
          <a:lstStyle>
            <a:lvl1pPr lvl="0">
              <a:spcBef>
                <a:spcPts val="0"/>
              </a:spcBef>
              <a:spcAft>
                <a:spcPts val="0"/>
              </a:spcAft>
              <a:buNone/>
              <a:defRPr sz="800"/>
            </a:lvl1pPr>
            <a:lvl2pPr lvl="1">
              <a:spcBef>
                <a:spcPts val="0"/>
              </a:spcBef>
              <a:spcAft>
                <a:spcPts val="0"/>
              </a:spcAft>
              <a:buClr>
                <a:schemeClr val="dk2"/>
              </a:buClr>
              <a:buSzPts val="800"/>
              <a:buNone/>
              <a:defRPr sz="800"/>
            </a:lvl2pPr>
            <a:lvl3pPr lvl="2">
              <a:spcBef>
                <a:spcPts val="0"/>
              </a:spcBef>
              <a:spcAft>
                <a:spcPts val="0"/>
              </a:spcAft>
              <a:buClr>
                <a:schemeClr val="dk2"/>
              </a:buClr>
              <a:buSzPts val="800"/>
              <a:buNone/>
              <a:defRPr sz="800"/>
            </a:lvl3pPr>
            <a:lvl4pPr lvl="3">
              <a:spcBef>
                <a:spcPts val="0"/>
              </a:spcBef>
              <a:spcAft>
                <a:spcPts val="0"/>
              </a:spcAft>
              <a:buClr>
                <a:schemeClr val="dk2"/>
              </a:buClr>
              <a:buSzPts val="800"/>
              <a:buNone/>
              <a:defRPr sz="800"/>
            </a:lvl4pPr>
            <a:lvl5pPr lvl="4">
              <a:spcBef>
                <a:spcPts val="0"/>
              </a:spcBef>
              <a:spcAft>
                <a:spcPts val="0"/>
              </a:spcAft>
              <a:buClr>
                <a:schemeClr val="dk2"/>
              </a:buClr>
              <a:buSzPts val="800"/>
              <a:buNone/>
              <a:defRPr sz="800"/>
            </a:lvl5pPr>
            <a:lvl6pPr lvl="5">
              <a:spcBef>
                <a:spcPts val="0"/>
              </a:spcBef>
              <a:spcAft>
                <a:spcPts val="0"/>
              </a:spcAft>
              <a:buClr>
                <a:schemeClr val="dk2"/>
              </a:buClr>
              <a:buSzPts val="800"/>
              <a:buNone/>
              <a:defRPr sz="800"/>
            </a:lvl6pPr>
            <a:lvl7pPr lvl="6">
              <a:spcBef>
                <a:spcPts val="0"/>
              </a:spcBef>
              <a:spcAft>
                <a:spcPts val="0"/>
              </a:spcAft>
              <a:buClr>
                <a:schemeClr val="dk2"/>
              </a:buClr>
              <a:buSzPts val="800"/>
              <a:buNone/>
              <a:defRPr sz="800"/>
            </a:lvl7pPr>
            <a:lvl8pPr lvl="7">
              <a:spcBef>
                <a:spcPts val="0"/>
              </a:spcBef>
              <a:spcAft>
                <a:spcPts val="0"/>
              </a:spcAft>
              <a:buClr>
                <a:schemeClr val="dk2"/>
              </a:buClr>
              <a:buSzPts val="800"/>
              <a:buNone/>
              <a:defRPr sz="800"/>
            </a:lvl8pPr>
            <a:lvl9pPr lvl="8">
              <a:spcBef>
                <a:spcPts val="0"/>
              </a:spcBef>
              <a:spcAft>
                <a:spcPts val="0"/>
              </a:spcAft>
              <a:buClr>
                <a:schemeClr val="dk2"/>
              </a:buClr>
              <a:buSzPts val="800"/>
              <a:buNone/>
              <a:defRPr sz="800"/>
            </a:lvl9pPr>
          </a:lstStyle>
          <a:p/>
        </p:txBody>
      </p:sp>
      <p:sp>
        <p:nvSpPr>
          <p:cNvPr id="80" name="Google Shape;80;p6"/>
          <p:cNvSpPr txBox="1"/>
          <p:nvPr>
            <p:ph idx="6" type="subTitle"/>
          </p:nvPr>
        </p:nvSpPr>
        <p:spPr>
          <a:xfrm>
            <a:off x="1699750" y="2991450"/>
            <a:ext cx="1232400" cy="342300"/>
          </a:xfrm>
          <a:prstGeom prst="rect">
            <a:avLst/>
          </a:prstGeom>
        </p:spPr>
        <p:txBody>
          <a:bodyPr anchorCtr="0" anchor="ctr" bIns="0" lIns="182875" spcFirstLastPara="1" rIns="182875" wrap="square" tIns="0">
            <a:noAutofit/>
          </a:bodyPr>
          <a:lstStyle>
            <a:lvl1pPr lvl="0" algn="r">
              <a:spcBef>
                <a:spcPts val="0"/>
              </a:spcBef>
              <a:spcAft>
                <a:spcPts val="0"/>
              </a:spcAft>
              <a:buNone/>
              <a:defRPr sz="1800">
                <a:latin typeface="Afacad Flux SemiBold"/>
                <a:ea typeface="Afacad Flux SemiBold"/>
                <a:cs typeface="Afacad Flux SemiBold"/>
                <a:sym typeface="Afacad Flux SemiBold"/>
              </a:defRPr>
            </a:lvl1pPr>
            <a:lvl2pPr lvl="1"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2pPr>
            <a:lvl3pPr lvl="2"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3pPr>
            <a:lvl4pPr lvl="3"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4pPr>
            <a:lvl5pPr lvl="4"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5pPr>
            <a:lvl6pPr lvl="5"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6pPr>
            <a:lvl7pPr lvl="6"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7pPr>
            <a:lvl8pPr lvl="7"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8pPr>
            <a:lvl9pPr lvl="8"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9pPr>
          </a:lstStyle>
          <a:p/>
        </p:txBody>
      </p:sp>
      <p:sp>
        <p:nvSpPr>
          <p:cNvPr id="81" name="Google Shape;81;p6"/>
          <p:cNvSpPr txBox="1"/>
          <p:nvPr>
            <p:ph idx="7" type="body"/>
          </p:nvPr>
        </p:nvSpPr>
        <p:spPr>
          <a:xfrm>
            <a:off x="228100" y="3627900"/>
            <a:ext cx="2834400" cy="4149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2" name="Google Shape;82;p6"/>
          <p:cNvSpPr txBox="1"/>
          <p:nvPr>
            <p:ph idx="8" type="subTitle"/>
          </p:nvPr>
        </p:nvSpPr>
        <p:spPr>
          <a:xfrm>
            <a:off x="410400" y="4042650"/>
            <a:ext cx="939900" cy="342300"/>
          </a:xfrm>
          <a:prstGeom prst="rect">
            <a:avLst/>
          </a:prstGeom>
        </p:spPr>
        <p:txBody>
          <a:bodyPr anchorCtr="0" anchor="ctr" bIns="0" lIns="182875" spcFirstLastPara="1" rIns="0" wrap="square" tIns="0">
            <a:noAutofit/>
          </a:bodyPr>
          <a:lstStyle>
            <a:lvl1pPr lvl="0">
              <a:spcBef>
                <a:spcPts val="0"/>
              </a:spcBef>
              <a:spcAft>
                <a:spcPts val="0"/>
              </a:spcAft>
              <a:buNone/>
              <a:defRPr sz="800"/>
            </a:lvl1pPr>
            <a:lvl2pPr lvl="1">
              <a:spcBef>
                <a:spcPts val="0"/>
              </a:spcBef>
              <a:spcAft>
                <a:spcPts val="0"/>
              </a:spcAft>
              <a:buClr>
                <a:schemeClr val="dk2"/>
              </a:buClr>
              <a:buSzPts val="800"/>
              <a:buNone/>
              <a:defRPr sz="800"/>
            </a:lvl2pPr>
            <a:lvl3pPr lvl="2">
              <a:spcBef>
                <a:spcPts val="0"/>
              </a:spcBef>
              <a:spcAft>
                <a:spcPts val="0"/>
              </a:spcAft>
              <a:buClr>
                <a:schemeClr val="dk2"/>
              </a:buClr>
              <a:buSzPts val="800"/>
              <a:buNone/>
              <a:defRPr sz="800"/>
            </a:lvl3pPr>
            <a:lvl4pPr lvl="3">
              <a:spcBef>
                <a:spcPts val="0"/>
              </a:spcBef>
              <a:spcAft>
                <a:spcPts val="0"/>
              </a:spcAft>
              <a:buClr>
                <a:schemeClr val="dk2"/>
              </a:buClr>
              <a:buSzPts val="800"/>
              <a:buNone/>
              <a:defRPr sz="800"/>
            </a:lvl4pPr>
            <a:lvl5pPr lvl="4">
              <a:spcBef>
                <a:spcPts val="0"/>
              </a:spcBef>
              <a:spcAft>
                <a:spcPts val="0"/>
              </a:spcAft>
              <a:buClr>
                <a:schemeClr val="dk2"/>
              </a:buClr>
              <a:buSzPts val="800"/>
              <a:buNone/>
              <a:defRPr sz="800"/>
            </a:lvl5pPr>
            <a:lvl6pPr lvl="5">
              <a:spcBef>
                <a:spcPts val="0"/>
              </a:spcBef>
              <a:spcAft>
                <a:spcPts val="0"/>
              </a:spcAft>
              <a:buClr>
                <a:schemeClr val="dk2"/>
              </a:buClr>
              <a:buSzPts val="800"/>
              <a:buNone/>
              <a:defRPr sz="800"/>
            </a:lvl6pPr>
            <a:lvl7pPr lvl="6">
              <a:spcBef>
                <a:spcPts val="0"/>
              </a:spcBef>
              <a:spcAft>
                <a:spcPts val="0"/>
              </a:spcAft>
              <a:buClr>
                <a:schemeClr val="dk2"/>
              </a:buClr>
              <a:buSzPts val="800"/>
              <a:buNone/>
              <a:defRPr sz="800"/>
            </a:lvl7pPr>
            <a:lvl8pPr lvl="7">
              <a:spcBef>
                <a:spcPts val="0"/>
              </a:spcBef>
              <a:spcAft>
                <a:spcPts val="0"/>
              </a:spcAft>
              <a:buClr>
                <a:schemeClr val="dk2"/>
              </a:buClr>
              <a:buSzPts val="800"/>
              <a:buNone/>
              <a:defRPr sz="800"/>
            </a:lvl8pPr>
            <a:lvl9pPr lvl="8">
              <a:spcBef>
                <a:spcPts val="0"/>
              </a:spcBef>
              <a:spcAft>
                <a:spcPts val="0"/>
              </a:spcAft>
              <a:buClr>
                <a:schemeClr val="dk2"/>
              </a:buClr>
              <a:buSzPts val="800"/>
              <a:buNone/>
              <a:defRPr sz="800"/>
            </a:lvl9pPr>
          </a:lstStyle>
          <a:p/>
        </p:txBody>
      </p:sp>
      <p:sp>
        <p:nvSpPr>
          <p:cNvPr id="83" name="Google Shape;83;p6"/>
          <p:cNvSpPr txBox="1"/>
          <p:nvPr>
            <p:ph idx="9" type="subTitle"/>
          </p:nvPr>
        </p:nvSpPr>
        <p:spPr>
          <a:xfrm>
            <a:off x="1699750" y="4042650"/>
            <a:ext cx="1232400" cy="342300"/>
          </a:xfrm>
          <a:prstGeom prst="rect">
            <a:avLst/>
          </a:prstGeom>
        </p:spPr>
        <p:txBody>
          <a:bodyPr anchorCtr="0" anchor="ctr" bIns="0" lIns="182875" spcFirstLastPara="1" rIns="182875" wrap="square" tIns="0">
            <a:noAutofit/>
          </a:bodyPr>
          <a:lstStyle>
            <a:lvl1pPr lvl="0" algn="r">
              <a:spcBef>
                <a:spcPts val="0"/>
              </a:spcBef>
              <a:spcAft>
                <a:spcPts val="0"/>
              </a:spcAft>
              <a:buNone/>
              <a:defRPr sz="1800">
                <a:latin typeface="Afacad Flux SemiBold"/>
                <a:ea typeface="Afacad Flux SemiBold"/>
                <a:cs typeface="Afacad Flux SemiBold"/>
                <a:sym typeface="Afacad Flux SemiBold"/>
              </a:defRPr>
            </a:lvl1pPr>
            <a:lvl2pPr lvl="1"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2pPr>
            <a:lvl3pPr lvl="2"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3pPr>
            <a:lvl4pPr lvl="3"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4pPr>
            <a:lvl5pPr lvl="4"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5pPr>
            <a:lvl6pPr lvl="5"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6pPr>
            <a:lvl7pPr lvl="6"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7pPr>
            <a:lvl8pPr lvl="7"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8pPr>
            <a:lvl9pPr lvl="8"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9pPr>
          </a:lstStyle>
          <a:p/>
        </p:txBody>
      </p:sp>
      <p:sp>
        <p:nvSpPr>
          <p:cNvPr id="84" name="Google Shape;84;p6"/>
          <p:cNvSpPr txBox="1"/>
          <p:nvPr>
            <p:ph idx="13" type="body"/>
          </p:nvPr>
        </p:nvSpPr>
        <p:spPr>
          <a:xfrm>
            <a:off x="3154800" y="2576700"/>
            <a:ext cx="2834400" cy="414900"/>
          </a:xfrm>
          <a:prstGeom prst="rect">
            <a:avLst/>
          </a:prstGeom>
        </p:spPr>
        <p:txBody>
          <a:bodyPr anchorCtr="0" anchor="t" bIns="0" lIns="182875" spcFirstLastPara="1" rIns="182875" wrap="square" tIns="0">
            <a:noAutofit/>
          </a:bodyPr>
          <a:lstStyle>
            <a:lvl1pPr indent="-292100" lvl="0" marL="457200">
              <a:lnSpc>
                <a:spcPct val="100000"/>
              </a:lnSpc>
              <a:spcBef>
                <a:spcPts val="0"/>
              </a:spcBef>
              <a:spcAft>
                <a:spcPts val="0"/>
              </a:spcAft>
              <a:buClr>
                <a:schemeClr val="lt1"/>
              </a:buClr>
              <a:buSzPts val="1000"/>
              <a:buChar char="●"/>
              <a:defRPr sz="1000"/>
            </a:lvl1pPr>
            <a:lvl2pPr indent="-292100" lvl="1" marL="914400">
              <a:lnSpc>
                <a:spcPct val="100000"/>
              </a:lnSpc>
              <a:spcBef>
                <a:spcPts val="0"/>
              </a:spcBef>
              <a:spcAft>
                <a:spcPts val="0"/>
              </a:spcAft>
              <a:buClr>
                <a:schemeClr val="lt1"/>
              </a:buClr>
              <a:buSzPts val="1000"/>
              <a:buChar char="○"/>
              <a:defRPr sz="1000"/>
            </a:lvl2pPr>
            <a:lvl3pPr indent="-292100" lvl="2" marL="1371600">
              <a:lnSpc>
                <a:spcPct val="100000"/>
              </a:lnSpc>
              <a:spcBef>
                <a:spcPts val="0"/>
              </a:spcBef>
              <a:spcAft>
                <a:spcPts val="0"/>
              </a:spcAft>
              <a:buClr>
                <a:schemeClr val="lt1"/>
              </a:buClr>
              <a:buSzPts val="1000"/>
              <a:buChar char="■"/>
              <a:defRPr sz="1000"/>
            </a:lvl3pPr>
            <a:lvl4pPr indent="-292100" lvl="3" marL="1828800">
              <a:lnSpc>
                <a:spcPct val="100000"/>
              </a:lnSpc>
              <a:spcBef>
                <a:spcPts val="0"/>
              </a:spcBef>
              <a:spcAft>
                <a:spcPts val="0"/>
              </a:spcAft>
              <a:buClr>
                <a:schemeClr val="lt1"/>
              </a:buClr>
              <a:buSzPts val="1000"/>
              <a:buChar char="●"/>
              <a:defRPr sz="1000"/>
            </a:lvl4pPr>
            <a:lvl5pPr indent="-292100" lvl="4" marL="2286000">
              <a:lnSpc>
                <a:spcPct val="100000"/>
              </a:lnSpc>
              <a:spcBef>
                <a:spcPts val="0"/>
              </a:spcBef>
              <a:spcAft>
                <a:spcPts val="0"/>
              </a:spcAft>
              <a:buClr>
                <a:schemeClr val="lt1"/>
              </a:buClr>
              <a:buSzPts val="1000"/>
              <a:buChar char="○"/>
              <a:defRPr sz="1000"/>
            </a:lvl5pPr>
            <a:lvl6pPr indent="-292100" lvl="5" marL="2743200">
              <a:lnSpc>
                <a:spcPct val="100000"/>
              </a:lnSpc>
              <a:spcBef>
                <a:spcPts val="0"/>
              </a:spcBef>
              <a:spcAft>
                <a:spcPts val="0"/>
              </a:spcAft>
              <a:buClr>
                <a:schemeClr val="lt1"/>
              </a:buClr>
              <a:buSzPts val="1000"/>
              <a:buChar char="■"/>
              <a:defRPr sz="1000"/>
            </a:lvl6pPr>
            <a:lvl7pPr indent="-292100" lvl="6" marL="3200400">
              <a:lnSpc>
                <a:spcPct val="100000"/>
              </a:lnSpc>
              <a:spcBef>
                <a:spcPts val="0"/>
              </a:spcBef>
              <a:spcAft>
                <a:spcPts val="0"/>
              </a:spcAft>
              <a:buClr>
                <a:schemeClr val="lt1"/>
              </a:buClr>
              <a:buSzPts val="1000"/>
              <a:buChar char="●"/>
              <a:defRPr sz="1000"/>
            </a:lvl7pPr>
            <a:lvl8pPr indent="-292100" lvl="7" marL="3657600">
              <a:lnSpc>
                <a:spcPct val="100000"/>
              </a:lnSpc>
              <a:spcBef>
                <a:spcPts val="0"/>
              </a:spcBef>
              <a:spcAft>
                <a:spcPts val="0"/>
              </a:spcAft>
              <a:buClr>
                <a:schemeClr val="lt1"/>
              </a:buClr>
              <a:buSzPts val="1000"/>
              <a:buChar char="○"/>
              <a:defRPr sz="1000"/>
            </a:lvl8pPr>
            <a:lvl9pPr indent="-292100" lvl="8" marL="4114800">
              <a:lnSpc>
                <a:spcPct val="100000"/>
              </a:lnSpc>
              <a:spcBef>
                <a:spcPts val="0"/>
              </a:spcBef>
              <a:spcAft>
                <a:spcPts val="0"/>
              </a:spcAft>
              <a:buClr>
                <a:schemeClr val="lt1"/>
              </a:buClr>
              <a:buSzPts val="1000"/>
              <a:buChar char="■"/>
              <a:defRPr sz="1000"/>
            </a:lvl9pPr>
          </a:lstStyle>
          <a:p/>
        </p:txBody>
      </p:sp>
      <p:sp>
        <p:nvSpPr>
          <p:cNvPr id="85" name="Google Shape;85;p6"/>
          <p:cNvSpPr txBox="1"/>
          <p:nvPr>
            <p:ph idx="14" type="subTitle"/>
          </p:nvPr>
        </p:nvSpPr>
        <p:spPr>
          <a:xfrm>
            <a:off x="3337100" y="2991450"/>
            <a:ext cx="939900" cy="342300"/>
          </a:xfrm>
          <a:prstGeom prst="rect">
            <a:avLst/>
          </a:prstGeom>
        </p:spPr>
        <p:txBody>
          <a:bodyPr anchorCtr="0" anchor="ctr" bIns="0" lIns="182875" spcFirstLastPara="1" rIns="0" wrap="square" tIns="0">
            <a:noAutofit/>
          </a:bodyPr>
          <a:lstStyle>
            <a:lvl1pPr lvl="0">
              <a:spcBef>
                <a:spcPts val="0"/>
              </a:spcBef>
              <a:spcAft>
                <a:spcPts val="0"/>
              </a:spcAft>
              <a:buNone/>
              <a:defRPr sz="800"/>
            </a:lvl1pPr>
            <a:lvl2pPr lvl="1">
              <a:spcBef>
                <a:spcPts val="0"/>
              </a:spcBef>
              <a:spcAft>
                <a:spcPts val="0"/>
              </a:spcAft>
              <a:buClr>
                <a:schemeClr val="dk2"/>
              </a:buClr>
              <a:buSzPts val="800"/>
              <a:buNone/>
              <a:defRPr sz="800"/>
            </a:lvl2pPr>
            <a:lvl3pPr lvl="2">
              <a:spcBef>
                <a:spcPts val="0"/>
              </a:spcBef>
              <a:spcAft>
                <a:spcPts val="0"/>
              </a:spcAft>
              <a:buClr>
                <a:schemeClr val="dk2"/>
              </a:buClr>
              <a:buSzPts val="800"/>
              <a:buNone/>
              <a:defRPr sz="800"/>
            </a:lvl3pPr>
            <a:lvl4pPr lvl="3">
              <a:spcBef>
                <a:spcPts val="0"/>
              </a:spcBef>
              <a:spcAft>
                <a:spcPts val="0"/>
              </a:spcAft>
              <a:buClr>
                <a:schemeClr val="dk2"/>
              </a:buClr>
              <a:buSzPts val="800"/>
              <a:buNone/>
              <a:defRPr sz="800"/>
            </a:lvl4pPr>
            <a:lvl5pPr lvl="4">
              <a:spcBef>
                <a:spcPts val="0"/>
              </a:spcBef>
              <a:spcAft>
                <a:spcPts val="0"/>
              </a:spcAft>
              <a:buClr>
                <a:schemeClr val="dk2"/>
              </a:buClr>
              <a:buSzPts val="800"/>
              <a:buNone/>
              <a:defRPr sz="800"/>
            </a:lvl5pPr>
            <a:lvl6pPr lvl="5">
              <a:spcBef>
                <a:spcPts val="0"/>
              </a:spcBef>
              <a:spcAft>
                <a:spcPts val="0"/>
              </a:spcAft>
              <a:buClr>
                <a:schemeClr val="dk2"/>
              </a:buClr>
              <a:buSzPts val="800"/>
              <a:buNone/>
              <a:defRPr sz="800"/>
            </a:lvl6pPr>
            <a:lvl7pPr lvl="6">
              <a:spcBef>
                <a:spcPts val="0"/>
              </a:spcBef>
              <a:spcAft>
                <a:spcPts val="0"/>
              </a:spcAft>
              <a:buClr>
                <a:schemeClr val="dk2"/>
              </a:buClr>
              <a:buSzPts val="800"/>
              <a:buNone/>
              <a:defRPr sz="800"/>
            </a:lvl7pPr>
            <a:lvl8pPr lvl="7">
              <a:spcBef>
                <a:spcPts val="0"/>
              </a:spcBef>
              <a:spcAft>
                <a:spcPts val="0"/>
              </a:spcAft>
              <a:buClr>
                <a:schemeClr val="dk2"/>
              </a:buClr>
              <a:buSzPts val="800"/>
              <a:buNone/>
              <a:defRPr sz="800"/>
            </a:lvl8pPr>
            <a:lvl9pPr lvl="8">
              <a:spcBef>
                <a:spcPts val="0"/>
              </a:spcBef>
              <a:spcAft>
                <a:spcPts val="0"/>
              </a:spcAft>
              <a:buClr>
                <a:schemeClr val="dk2"/>
              </a:buClr>
              <a:buSzPts val="800"/>
              <a:buNone/>
              <a:defRPr sz="800"/>
            </a:lvl9pPr>
          </a:lstStyle>
          <a:p/>
        </p:txBody>
      </p:sp>
      <p:sp>
        <p:nvSpPr>
          <p:cNvPr id="86" name="Google Shape;86;p6"/>
          <p:cNvSpPr txBox="1"/>
          <p:nvPr>
            <p:ph idx="15" type="subTitle"/>
          </p:nvPr>
        </p:nvSpPr>
        <p:spPr>
          <a:xfrm>
            <a:off x="4626450" y="2991450"/>
            <a:ext cx="1232400" cy="342300"/>
          </a:xfrm>
          <a:prstGeom prst="rect">
            <a:avLst/>
          </a:prstGeom>
        </p:spPr>
        <p:txBody>
          <a:bodyPr anchorCtr="0" anchor="ctr" bIns="0" lIns="182875" spcFirstLastPara="1" rIns="182875" wrap="square" tIns="0">
            <a:noAutofit/>
          </a:bodyPr>
          <a:lstStyle>
            <a:lvl1pPr lvl="0" algn="r">
              <a:spcBef>
                <a:spcPts val="0"/>
              </a:spcBef>
              <a:spcAft>
                <a:spcPts val="0"/>
              </a:spcAft>
              <a:buNone/>
              <a:defRPr sz="1800">
                <a:latin typeface="Afacad Flux SemiBold"/>
                <a:ea typeface="Afacad Flux SemiBold"/>
                <a:cs typeface="Afacad Flux SemiBold"/>
                <a:sym typeface="Afacad Flux SemiBold"/>
              </a:defRPr>
            </a:lvl1pPr>
            <a:lvl2pPr lvl="1"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2pPr>
            <a:lvl3pPr lvl="2"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3pPr>
            <a:lvl4pPr lvl="3"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4pPr>
            <a:lvl5pPr lvl="4"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5pPr>
            <a:lvl6pPr lvl="5"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6pPr>
            <a:lvl7pPr lvl="6"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7pPr>
            <a:lvl8pPr lvl="7"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8pPr>
            <a:lvl9pPr lvl="8"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9pPr>
          </a:lstStyle>
          <a:p/>
        </p:txBody>
      </p:sp>
      <p:sp>
        <p:nvSpPr>
          <p:cNvPr id="87" name="Google Shape;87;p6"/>
          <p:cNvSpPr txBox="1"/>
          <p:nvPr>
            <p:ph idx="16" type="body"/>
          </p:nvPr>
        </p:nvSpPr>
        <p:spPr>
          <a:xfrm>
            <a:off x="3154800" y="3627900"/>
            <a:ext cx="2834400" cy="4149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8" name="Google Shape;88;p6"/>
          <p:cNvSpPr txBox="1"/>
          <p:nvPr>
            <p:ph idx="17" type="subTitle"/>
          </p:nvPr>
        </p:nvSpPr>
        <p:spPr>
          <a:xfrm>
            <a:off x="3337100" y="4042650"/>
            <a:ext cx="939900" cy="342300"/>
          </a:xfrm>
          <a:prstGeom prst="rect">
            <a:avLst/>
          </a:prstGeom>
        </p:spPr>
        <p:txBody>
          <a:bodyPr anchorCtr="0" anchor="ctr" bIns="0" lIns="182875" spcFirstLastPara="1" rIns="0" wrap="square" tIns="0">
            <a:noAutofit/>
          </a:bodyPr>
          <a:lstStyle>
            <a:lvl1pPr lvl="0">
              <a:spcBef>
                <a:spcPts val="0"/>
              </a:spcBef>
              <a:spcAft>
                <a:spcPts val="0"/>
              </a:spcAft>
              <a:buNone/>
              <a:defRPr sz="800"/>
            </a:lvl1pPr>
            <a:lvl2pPr lvl="1">
              <a:spcBef>
                <a:spcPts val="0"/>
              </a:spcBef>
              <a:spcAft>
                <a:spcPts val="0"/>
              </a:spcAft>
              <a:buClr>
                <a:schemeClr val="dk2"/>
              </a:buClr>
              <a:buSzPts val="800"/>
              <a:buNone/>
              <a:defRPr sz="800"/>
            </a:lvl2pPr>
            <a:lvl3pPr lvl="2">
              <a:spcBef>
                <a:spcPts val="0"/>
              </a:spcBef>
              <a:spcAft>
                <a:spcPts val="0"/>
              </a:spcAft>
              <a:buClr>
                <a:schemeClr val="dk2"/>
              </a:buClr>
              <a:buSzPts val="800"/>
              <a:buNone/>
              <a:defRPr sz="800"/>
            </a:lvl3pPr>
            <a:lvl4pPr lvl="3">
              <a:spcBef>
                <a:spcPts val="0"/>
              </a:spcBef>
              <a:spcAft>
                <a:spcPts val="0"/>
              </a:spcAft>
              <a:buClr>
                <a:schemeClr val="dk2"/>
              </a:buClr>
              <a:buSzPts val="800"/>
              <a:buNone/>
              <a:defRPr sz="800"/>
            </a:lvl4pPr>
            <a:lvl5pPr lvl="4">
              <a:spcBef>
                <a:spcPts val="0"/>
              </a:spcBef>
              <a:spcAft>
                <a:spcPts val="0"/>
              </a:spcAft>
              <a:buClr>
                <a:schemeClr val="dk2"/>
              </a:buClr>
              <a:buSzPts val="800"/>
              <a:buNone/>
              <a:defRPr sz="800"/>
            </a:lvl5pPr>
            <a:lvl6pPr lvl="5">
              <a:spcBef>
                <a:spcPts val="0"/>
              </a:spcBef>
              <a:spcAft>
                <a:spcPts val="0"/>
              </a:spcAft>
              <a:buClr>
                <a:schemeClr val="dk2"/>
              </a:buClr>
              <a:buSzPts val="800"/>
              <a:buNone/>
              <a:defRPr sz="800"/>
            </a:lvl6pPr>
            <a:lvl7pPr lvl="6">
              <a:spcBef>
                <a:spcPts val="0"/>
              </a:spcBef>
              <a:spcAft>
                <a:spcPts val="0"/>
              </a:spcAft>
              <a:buClr>
                <a:schemeClr val="dk2"/>
              </a:buClr>
              <a:buSzPts val="800"/>
              <a:buNone/>
              <a:defRPr sz="800"/>
            </a:lvl7pPr>
            <a:lvl8pPr lvl="7">
              <a:spcBef>
                <a:spcPts val="0"/>
              </a:spcBef>
              <a:spcAft>
                <a:spcPts val="0"/>
              </a:spcAft>
              <a:buClr>
                <a:schemeClr val="dk2"/>
              </a:buClr>
              <a:buSzPts val="800"/>
              <a:buNone/>
              <a:defRPr sz="800"/>
            </a:lvl8pPr>
            <a:lvl9pPr lvl="8">
              <a:spcBef>
                <a:spcPts val="0"/>
              </a:spcBef>
              <a:spcAft>
                <a:spcPts val="0"/>
              </a:spcAft>
              <a:buClr>
                <a:schemeClr val="dk2"/>
              </a:buClr>
              <a:buSzPts val="800"/>
              <a:buNone/>
              <a:defRPr sz="800"/>
            </a:lvl9pPr>
          </a:lstStyle>
          <a:p/>
        </p:txBody>
      </p:sp>
      <p:sp>
        <p:nvSpPr>
          <p:cNvPr id="89" name="Google Shape;89;p6"/>
          <p:cNvSpPr txBox="1"/>
          <p:nvPr>
            <p:ph idx="18" type="subTitle"/>
          </p:nvPr>
        </p:nvSpPr>
        <p:spPr>
          <a:xfrm>
            <a:off x="4626450" y="4042650"/>
            <a:ext cx="1232400" cy="342300"/>
          </a:xfrm>
          <a:prstGeom prst="rect">
            <a:avLst/>
          </a:prstGeom>
        </p:spPr>
        <p:txBody>
          <a:bodyPr anchorCtr="0" anchor="ctr" bIns="0" lIns="182875" spcFirstLastPara="1" rIns="182875" wrap="square" tIns="0">
            <a:noAutofit/>
          </a:bodyPr>
          <a:lstStyle>
            <a:lvl1pPr lvl="0" algn="r">
              <a:spcBef>
                <a:spcPts val="0"/>
              </a:spcBef>
              <a:spcAft>
                <a:spcPts val="0"/>
              </a:spcAft>
              <a:buNone/>
              <a:defRPr sz="1800">
                <a:latin typeface="Afacad Flux SemiBold"/>
                <a:ea typeface="Afacad Flux SemiBold"/>
                <a:cs typeface="Afacad Flux SemiBold"/>
                <a:sym typeface="Afacad Flux SemiBold"/>
              </a:defRPr>
            </a:lvl1pPr>
            <a:lvl2pPr lvl="1"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2pPr>
            <a:lvl3pPr lvl="2"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3pPr>
            <a:lvl4pPr lvl="3"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4pPr>
            <a:lvl5pPr lvl="4"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5pPr>
            <a:lvl6pPr lvl="5"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6pPr>
            <a:lvl7pPr lvl="6"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7pPr>
            <a:lvl8pPr lvl="7"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8pPr>
            <a:lvl9pPr lvl="8"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9pPr>
          </a:lstStyle>
          <a:p/>
        </p:txBody>
      </p:sp>
      <p:sp>
        <p:nvSpPr>
          <p:cNvPr id="90" name="Google Shape;90;p6"/>
          <p:cNvSpPr txBox="1"/>
          <p:nvPr>
            <p:ph idx="19" type="body"/>
          </p:nvPr>
        </p:nvSpPr>
        <p:spPr>
          <a:xfrm>
            <a:off x="6081500" y="2576700"/>
            <a:ext cx="2834400" cy="4149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1" name="Google Shape;91;p6"/>
          <p:cNvSpPr txBox="1"/>
          <p:nvPr>
            <p:ph idx="20" type="subTitle"/>
          </p:nvPr>
        </p:nvSpPr>
        <p:spPr>
          <a:xfrm>
            <a:off x="6263800" y="2991450"/>
            <a:ext cx="939900" cy="342300"/>
          </a:xfrm>
          <a:prstGeom prst="rect">
            <a:avLst/>
          </a:prstGeom>
        </p:spPr>
        <p:txBody>
          <a:bodyPr anchorCtr="0" anchor="ctr" bIns="0" lIns="182875" spcFirstLastPara="1" rIns="0" wrap="square" tIns="0">
            <a:noAutofit/>
          </a:bodyPr>
          <a:lstStyle>
            <a:lvl1pPr lvl="0">
              <a:spcBef>
                <a:spcPts val="0"/>
              </a:spcBef>
              <a:spcAft>
                <a:spcPts val="0"/>
              </a:spcAft>
              <a:buNone/>
              <a:defRPr sz="800"/>
            </a:lvl1pPr>
            <a:lvl2pPr lvl="1">
              <a:spcBef>
                <a:spcPts val="0"/>
              </a:spcBef>
              <a:spcAft>
                <a:spcPts val="0"/>
              </a:spcAft>
              <a:buClr>
                <a:schemeClr val="dk2"/>
              </a:buClr>
              <a:buSzPts val="800"/>
              <a:buNone/>
              <a:defRPr sz="800"/>
            </a:lvl2pPr>
            <a:lvl3pPr lvl="2">
              <a:spcBef>
                <a:spcPts val="0"/>
              </a:spcBef>
              <a:spcAft>
                <a:spcPts val="0"/>
              </a:spcAft>
              <a:buClr>
                <a:schemeClr val="dk2"/>
              </a:buClr>
              <a:buSzPts val="800"/>
              <a:buNone/>
              <a:defRPr sz="800"/>
            </a:lvl3pPr>
            <a:lvl4pPr lvl="3">
              <a:spcBef>
                <a:spcPts val="0"/>
              </a:spcBef>
              <a:spcAft>
                <a:spcPts val="0"/>
              </a:spcAft>
              <a:buClr>
                <a:schemeClr val="dk2"/>
              </a:buClr>
              <a:buSzPts val="800"/>
              <a:buNone/>
              <a:defRPr sz="800"/>
            </a:lvl4pPr>
            <a:lvl5pPr lvl="4">
              <a:spcBef>
                <a:spcPts val="0"/>
              </a:spcBef>
              <a:spcAft>
                <a:spcPts val="0"/>
              </a:spcAft>
              <a:buClr>
                <a:schemeClr val="dk2"/>
              </a:buClr>
              <a:buSzPts val="800"/>
              <a:buNone/>
              <a:defRPr sz="800"/>
            </a:lvl5pPr>
            <a:lvl6pPr lvl="5">
              <a:spcBef>
                <a:spcPts val="0"/>
              </a:spcBef>
              <a:spcAft>
                <a:spcPts val="0"/>
              </a:spcAft>
              <a:buClr>
                <a:schemeClr val="dk2"/>
              </a:buClr>
              <a:buSzPts val="800"/>
              <a:buNone/>
              <a:defRPr sz="800"/>
            </a:lvl6pPr>
            <a:lvl7pPr lvl="6">
              <a:spcBef>
                <a:spcPts val="0"/>
              </a:spcBef>
              <a:spcAft>
                <a:spcPts val="0"/>
              </a:spcAft>
              <a:buClr>
                <a:schemeClr val="dk2"/>
              </a:buClr>
              <a:buSzPts val="800"/>
              <a:buNone/>
              <a:defRPr sz="800"/>
            </a:lvl7pPr>
            <a:lvl8pPr lvl="7">
              <a:spcBef>
                <a:spcPts val="0"/>
              </a:spcBef>
              <a:spcAft>
                <a:spcPts val="0"/>
              </a:spcAft>
              <a:buClr>
                <a:schemeClr val="dk2"/>
              </a:buClr>
              <a:buSzPts val="800"/>
              <a:buNone/>
              <a:defRPr sz="800"/>
            </a:lvl8pPr>
            <a:lvl9pPr lvl="8">
              <a:spcBef>
                <a:spcPts val="0"/>
              </a:spcBef>
              <a:spcAft>
                <a:spcPts val="0"/>
              </a:spcAft>
              <a:buClr>
                <a:schemeClr val="dk2"/>
              </a:buClr>
              <a:buSzPts val="800"/>
              <a:buNone/>
              <a:defRPr sz="800"/>
            </a:lvl9pPr>
          </a:lstStyle>
          <a:p/>
        </p:txBody>
      </p:sp>
      <p:sp>
        <p:nvSpPr>
          <p:cNvPr id="92" name="Google Shape;92;p6"/>
          <p:cNvSpPr txBox="1"/>
          <p:nvPr>
            <p:ph idx="21" type="subTitle"/>
          </p:nvPr>
        </p:nvSpPr>
        <p:spPr>
          <a:xfrm>
            <a:off x="7553150" y="2991450"/>
            <a:ext cx="1232400" cy="342300"/>
          </a:xfrm>
          <a:prstGeom prst="rect">
            <a:avLst/>
          </a:prstGeom>
        </p:spPr>
        <p:txBody>
          <a:bodyPr anchorCtr="0" anchor="ctr" bIns="0" lIns="182875" spcFirstLastPara="1" rIns="182875" wrap="square" tIns="0">
            <a:noAutofit/>
          </a:bodyPr>
          <a:lstStyle>
            <a:lvl1pPr lvl="0" algn="r">
              <a:spcBef>
                <a:spcPts val="0"/>
              </a:spcBef>
              <a:spcAft>
                <a:spcPts val="0"/>
              </a:spcAft>
              <a:buNone/>
              <a:defRPr sz="1800">
                <a:latin typeface="Afacad Flux SemiBold"/>
                <a:ea typeface="Afacad Flux SemiBold"/>
                <a:cs typeface="Afacad Flux SemiBold"/>
                <a:sym typeface="Afacad Flux SemiBold"/>
              </a:defRPr>
            </a:lvl1pPr>
            <a:lvl2pPr lvl="1"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2pPr>
            <a:lvl3pPr lvl="2"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3pPr>
            <a:lvl4pPr lvl="3"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4pPr>
            <a:lvl5pPr lvl="4"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5pPr>
            <a:lvl6pPr lvl="5"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6pPr>
            <a:lvl7pPr lvl="6"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7pPr>
            <a:lvl8pPr lvl="7"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8pPr>
            <a:lvl9pPr lvl="8"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9pPr>
          </a:lstStyle>
          <a:p/>
        </p:txBody>
      </p:sp>
      <p:sp>
        <p:nvSpPr>
          <p:cNvPr id="93" name="Google Shape;93;p6"/>
          <p:cNvSpPr txBox="1"/>
          <p:nvPr>
            <p:ph idx="22" type="body"/>
          </p:nvPr>
        </p:nvSpPr>
        <p:spPr>
          <a:xfrm>
            <a:off x="6081500" y="3627900"/>
            <a:ext cx="2834400" cy="4149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4" name="Google Shape;94;p6"/>
          <p:cNvSpPr txBox="1"/>
          <p:nvPr>
            <p:ph idx="23" type="subTitle"/>
          </p:nvPr>
        </p:nvSpPr>
        <p:spPr>
          <a:xfrm>
            <a:off x="6263800" y="4042650"/>
            <a:ext cx="939900" cy="342300"/>
          </a:xfrm>
          <a:prstGeom prst="rect">
            <a:avLst/>
          </a:prstGeom>
        </p:spPr>
        <p:txBody>
          <a:bodyPr anchorCtr="0" anchor="ctr" bIns="0" lIns="182875" spcFirstLastPara="1" rIns="0" wrap="square" tIns="0">
            <a:noAutofit/>
          </a:bodyPr>
          <a:lstStyle>
            <a:lvl1pPr lvl="0">
              <a:spcBef>
                <a:spcPts val="0"/>
              </a:spcBef>
              <a:spcAft>
                <a:spcPts val="0"/>
              </a:spcAft>
              <a:buNone/>
              <a:defRPr sz="800"/>
            </a:lvl1pPr>
            <a:lvl2pPr lvl="1">
              <a:spcBef>
                <a:spcPts val="0"/>
              </a:spcBef>
              <a:spcAft>
                <a:spcPts val="0"/>
              </a:spcAft>
              <a:buClr>
                <a:schemeClr val="dk2"/>
              </a:buClr>
              <a:buSzPts val="800"/>
              <a:buNone/>
              <a:defRPr sz="800"/>
            </a:lvl2pPr>
            <a:lvl3pPr lvl="2">
              <a:spcBef>
                <a:spcPts val="0"/>
              </a:spcBef>
              <a:spcAft>
                <a:spcPts val="0"/>
              </a:spcAft>
              <a:buClr>
                <a:schemeClr val="dk2"/>
              </a:buClr>
              <a:buSzPts val="800"/>
              <a:buNone/>
              <a:defRPr sz="800"/>
            </a:lvl3pPr>
            <a:lvl4pPr lvl="3">
              <a:spcBef>
                <a:spcPts val="0"/>
              </a:spcBef>
              <a:spcAft>
                <a:spcPts val="0"/>
              </a:spcAft>
              <a:buClr>
                <a:schemeClr val="dk2"/>
              </a:buClr>
              <a:buSzPts val="800"/>
              <a:buNone/>
              <a:defRPr sz="800"/>
            </a:lvl4pPr>
            <a:lvl5pPr lvl="4">
              <a:spcBef>
                <a:spcPts val="0"/>
              </a:spcBef>
              <a:spcAft>
                <a:spcPts val="0"/>
              </a:spcAft>
              <a:buClr>
                <a:schemeClr val="dk2"/>
              </a:buClr>
              <a:buSzPts val="800"/>
              <a:buNone/>
              <a:defRPr sz="800"/>
            </a:lvl5pPr>
            <a:lvl6pPr lvl="5">
              <a:spcBef>
                <a:spcPts val="0"/>
              </a:spcBef>
              <a:spcAft>
                <a:spcPts val="0"/>
              </a:spcAft>
              <a:buClr>
                <a:schemeClr val="dk2"/>
              </a:buClr>
              <a:buSzPts val="800"/>
              <a:buNone/>
              <a:defRPr sz="800"/>
            </a:lvl6pPr>
            <a:lvl7pPr lvl="6">
              <a:spcBef>
                <a:spcPts val="0"/>
              </a:spcBef>
              <a:spcAft>
                <a:spcPts val="0"/>
              </a:spcAft>
              <a:buClr>
                <a:schemeClr val="dk2"/>
              </a:buClr>
              <a:buSzPts val="800"/>
              <a:buNone/>
              <a:defRPr sz="800"/>
            </a:lvl7pPr>
            <a:lvl8pPr lvl="7">
              <a:spcBef>
                <a:spcPts val="0"/>
              </a:spcBef>
              <a:spcAft>
                <a:spcPts val="0"/>
              </a:spcAft>
              <a:buClr>
                <a:schemeClr val="dk2"/>
              </a:buClr>
              <a:buSzPts val="800"/>
              <a:buNone/>
              <a:defRPr sz="800"/>
            </a:lvl8pPr>
            <a:lvl9pPr lvl="8">
              <a:spcBef>
                <a:spcPts val="0"/>
              </a:spcBef>
              <a:spcAft>
                <a:spcPts val="0"/>
              </a:spcAft>
              <a:buClr>
                <a:schemeClr val="dk2"/>
              </a:buClr>
              <a:buSzPts val="800"/>
              <a:buNone/>
              <a:defRPr sz="800"/>
            </a:lvl9pPr>
          </a:lstStyle>
          <a:p/>
        </p:txBody>
      </p:sp>
      <p:sp>
        <p:nvSpPr>
          <p:cNvPr id="95" name="Google Shape;95;p6"/>
          <p:cNvSpPr txBox="1"/>
          <p:nvPr>
            <p:ph idx="24" type="subTitle"/>
          </p:nvPr>
        </p:nvSpPr>
        <p:spPr>
          <a:xfrm>
            <a:off x="7553150" y="4042650"/>
            <a:ext cx="1232400" cy="342300"/>
          </a:xfrm>
          <a:prstGeom prst="rect">
            <a:avLst/>
          </a:prstGeom>
        </p:spPr>
        <p:txBody>
          <a:bodyPr anchorCtr="0" anchor="ctr" bIns="0" lIns="182875" spcFirstLastPara="1" rIns="182875" wrap="square" tIns="0">
            <a:noAutofit/>
          </a:bodyPr>
          <a:lstStyle>
            <a:lvl1pPr lvl="0" algn="r">
              <a:spcBef>
                <a:spcPts val="0"/>
              </a:spcBef>
              <a:spcAft>
                <a:spcPts val="0"/>
              </a:spcAft>
              <a:buNone/>
              <a:defRPr sz="1800">
                <a:latin typeface="Afacad Flux SemiBold"/>
                <a:ea typeface="Afacad Flux SemiBold"/>
                <a:cs typeface="Afacad Flux SemiBold"/>
                <a:sym typeface="Afacad Flux SemiBold"/>
              </a:defRPr>
            </a:lvl1pPr>
            <a:lvl2pPr lvl="1"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2pPr>
            <a:lvl3pPr lvl="2"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3pPr>
            <a:lvl4pPr lvl="3"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4pPr>
            <a:lvl5pPr lvl="4"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5pPr>
            <a:lvl6pPr lvl="5"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6pPr>
            <a:lvl7pPr lvl="6"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7pPr>
            <a:lvl8pPr lvl="7"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8pPr>
            <a:lvl9pPr lvl="8" algn="r">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9pPr>
          </a:lstStyle>
          <a:p/>
        </p:txBody>
      </p:sp>
      <p:sp>
        <p:nvSpPr>
          <p:cNvPr id="96" name="Google Shape;96;p6"/>
          <p:cNvSpPr txBox="1"/>
          <p:nvPr>
            <p:ph idx="25"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97" name="Google Shape;97;p6"/>
          <p:cNvSpPr txBox="1"/>
          <p:nvPr>
            <p:ph idx="26"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98" name="Google Shape;98;p6"/>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99" name="Google Shape;99;p6"/>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
  <p:cSld name="CUSTOM">
    <p:spTree>
      <p:nvGrpSpPr>
        <p:cNvPr id="100" name="Shape 100"/>
        <p:cNvGrpSpPr/>
        <p:nvPr/>
      </p:nvGrpSpPr>
      <p:grpSpPr>
        <a:xfrm>
          <a:off x="0" y="0"/>
          <a:ext cx="0" cy="0"/>
          <a:chOff x="0" y="0"/>
          <a:chExt cx="0" cy="0"/>
        </a:xfrm>
      </p:grpSpPr>
      <p:sp>
        <p:nvSpPr>
          <p:cNvPr id="101" name="Google Shape;101;p7"/>
          <p:cNvSpPr txBox="1"/>
          <p:nvPr>
            <p:ph type="title"/>
          </p:nvPr>
        </p:nvSpPr>
        <p:spPr>
          <a:xfrm>
            <a:off x="228600" y="457200"/>
            <a:ext cx="57606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latin typeface="Afacad Flux SemiBold"/>
                <a:ea typeface="Afacad Flux SemiBold"/>
                <a:cs typeface="Afacad Flux SemiBold"/>
                <a:sym typeface="Afacad Flux SemiBold"/>
              </a:defRPr>
            </a:lvl1pPr>
            <a:lvl2pPr lvl="1">
              <a:lnSpc>
                <a:spcPct val="70000"/>
              </a:lnSpc>
              <a:spcBef>
                <a:spcPts val="0"/>
              </a:spcBef>
              <a:spcAft>
                <a:spcPts val="0"/>
              </a:spcAft>
              <a:buNone/>
              <a:defRPr b="0">
                <a:latin typeface="Afacad Flux SemiBold"/>
                <a:ea typeface="Afacad Flux SemiBold"/>
                <a:cs typeface="Afacad Flux SemiBold"/>
                <a:sym typeface="Afacad Flux SemiBold"/>
              </a:defRPr>
            </a:lvl2pPr>
            <a:lvl3pPr lvl="2">
              <a:lnSpc>
                <a:spcPct val="70000"/>
              </a:lnSpc>
              <a:spcBef>
                <a:spcPts val="0"/>
              </a:spcBef>
              <a:spcAft>
                <a:spcPts val="0"/>
              </a:spcAft>
              <a:buNone/>
              <a:defRPr b="0">
                <a:latin typeface="Afacad Flux SemiBold"/>
                <a:ea typeface="Afacad Flux SemiBold"/>
                <a:cs typeface="Afacad Flux SemiBold"/>
                <a:sym typeface="Afacad Flux SemiBold"/>
              </a:defRPr>
            </a:lvl3pPr>
            <a:lvl4pPr lvl="3">
              <a:lnSpc>
                <a:spcPct val="70000"/>
              </a:lnSpc>
              <a:spcBef>
                <a:spcPts val="0"/>
              </a:spcBef>
              <a:spcAft>
                <a:spcPts val="0"/>
              </a:spcAft>
              <a:buNone/>
              <a:defRPr b="0">
                <a:latin typeface="Afacad Flux SemiBold"/>
                <a:ea typeface="Afacad Flux SemiBold"/>
                <a:cs typeface="Afacad Flux SemiBold"/>
                <a:sym typeface="Afacad Flux SemiBold"/>
              </a:defRPr>
            </a:lvl4pPr>
            <a:lvl5pPr lvl="4">
              <a:lnSpc>
                <a:spcPct val="70000"/>
              </a:lnSpc>
              <a:spcBef>
                <a:spcPts val="0"/>
              </a:spcBef>
              <a:spcAft>
                <a:spcPts val="0"/>
              </a:spcAft>
              <a:buNone/>
              <a:defRPr b="0">
                <a:latin typeface="Afacad Flux SemiBold"/>
                <a:ea typeface="Afacad Flux SemiBold"/>
                <a:cs typeface="Afacad Flux SemiBold"/>
                <a:sym typeface="Afacad Flux SemiBold"/>
              </a:defRPr>
            </a:lvl5pPr>
            <a:lvl6pPr lvl="5">
              <a:lnSpc>
                <a:spcPct val="70000"/>
              </a:lnSpc>
              <a:spcBef>
                <a:spcPts val="0"/>
              </a:spcBef>
              <a:spcAft>
                <a:spcPts val="0"/>
              </a:spcAft>
              <a:buNone/>
              <a:defRPr b="0">
                <a:latin typeface="Afacad Flux SemiBold"/>
                <a:ea typeface="Afacad Flux SemiBold"/>
                <a:cs typeface="Afacad Flux SemiBold"/>
                <a:sym typeface="Afacad Flux SemiBold"/>
              </a:defRPr>
            </a:lvl6pPr>
            <a:lvl7pPr lvl="6">
              <a:lnSpc>
                <a:spcPct val="70000"/>
              </a:lnSpc>
              <a:spcBef>
                <a:spcPts val="0"/>
              </a:spcBef>
              <a:spcAft>
                <a:spcPts val="0"/>
              </a:spcAft>
              <a:buNone/>
              <a:defRPr b="0">
                <a:latin typeface="Afacad Flux SemiBold"/>
                <a:ea typeface="Afacad Flux SemiBold"/>
                <a:cs typeface="Afacad Flux SemiBold"/>
                <a:sym typeface="Afacad Flux SemiBold"/>
              </a:defRPr>
            </a:lvl7pPr>
            <a:lvl8pPr lvl="7">
              <a:lnSpc>
                <a:spcPct val="70000"/>
              </a:lnSpc>
              <a:spcBef>
                <a:spcPts val="0"/>
              </a:spcBef>
              <a:spcAft>
                <a:spcPts val="0"/>
              </a:spcAft>
              <a:buNone/>
              <a:defRPr b="0">
                <a:latin typeface="Afacad Flux SemiBold"/>
                <a:ea typeface="Afacad Flux SemiBold"/>
                <a:cs typeface="Afacad Flux SemiBold"/>
                <a:sym typeface="Afacad Flux SemiBold"/>
              </a:defRPr>
            </a:lvl8pPr>
            <a:lvl9pPr lvl="8">
              <a:lnSpc>
                <a:spcPct val="70000"/>
              </a:lnSpc>
              <a:spcBef>
                <a:spcPts val="0"/>
              </a:spcBef>
              <a:spcAft>
                <a:spcPts val="0"/>
              </a:spcAft>
              <a:buNone/>
              <a:defRPr b="0">
                <a:latin typeface="Afacad Flux SemiBold"/>
                <a:ea typeface="Afacad Flux SemiBold"/>
                <a:cs typeface="Afacad Flux SemiBold"/>
                <a:sym typeface="Afacad Flux SemiBold"/>
              </a:defRPr>
            </a:lvl9pPr>
          </a:lstStyle>
          <a:p/>
        </p:txBody>
      </p:sp>
      <p:sp>
        <p:nvSpPr>
          <p:cNvPr id="102" name="Google Shape;102;p7"/>
          <p:cNvSpPr txBox="1"/>
          <p:nvPr>
            <p:ph idx="1" type="body"/>
          </p:nvPr>
        </p:nvSpPr>
        <p:spPr>
          <a:xfrm>
            <a:off x="228600" y="1895400"/>
            <a:ext cx="2834700" cy="2112000"/>
          </a:xfrm>
          <a:prstGeom prst="rect">
            <a:avLst/>
          </a:prstGeom>
        </p:spPr>
        <p:txBody>
          <a:bodyPr anchorCtr="0" anchor="t" bIns="0" lIns="0" spcFirstLastPara="1" rIns="182875"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03" name="Google Shape;103;p7"/>
          <p:cNvSpPr txBox="1"/>
          <p:nvPr>
            <p:ph idx="2" type="body"/>
          </p:nvPr>
        </p:nvSpPr>
        <p:spPr>
          <a:xfrm>
            <a:off x="3154650" y="3024550"/>
            <a:ext cx="1370700" cy="11283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4" name="Google Shape;104;p7"/>
          <p:cNvSpPr txBox="1"/>
          <p:nvPr>
            <p:ph idx="3" type="body"/>
          </p:nvPr>
        </p:nvSpPr>
        <p:spPr>
          <a:xfrm>
            <a:off x="4616700" y="3024550"/>
            <a:ext cx="1370700" cy="11283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5" name="Google Shape;105;p7"/>
          <p:cNvSpPr txBox="1"/>
          <p:nvPr>
            <p:ph idx="4" type="body"/>
          </p:nvPr>
        </p:nvSpPr>
        <p:spPr>
          <a:xfrm>
            <a:off x="6078750" y="3024550"/>
            <a:ext cx="1370700" cy="11283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6" name="Google Shape;106;p7"/>
          <p:cNvSpPr txBox="1"/>
          <p:nvPr>
            <p:ph idx="5" type="body"/>
          </p:nvPr>
        </p:nvSpPr>
        <p:spPr>
          <a:xfrm>
            <a:off x="7540800" y="3024550"/>
            <a:ext cx="1370700" cy="11283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7" name="Google Shape;107;p7"/>
          <p:cNvSpPr txBox="1"/>
          <p:nvPr>
            <p:ph idx="6" type="subTitle"/>
          </p:nvPr>
        </p:nvSpPr>
        <p:spPr>
          <a:xfrm>
            <a:off x="3155275" y="2700171"/>
            <a:ext cx="1370700" cy="174600"/>
          </a:xfrm>
          <a:prstGeom prst="rect">
            <a:avLst/>
          </a:prstGeom>
        </p:spPr>
        <p:txBody>
          <a:bodyPr anchorCtr="0" anchor="t" bIns="0" lIns="0" spcFirstLastPara="1" rIns="0" wrap="square" tIns="0">
            <a:noAutofit/>
          </a:bodyPr>
          <a:lstStyle>
            <a:lvl1pPr lvl="0">
              <a:spcBef>
                <a:spcPts val="0"/>
              </a:spcBef>
              <a:spcAft>
                <a:spcPts val="0"/>
              </a:spcAft>
              <a:buNone/>
              <a:defRPr sz="1000">
                <a:solidFill>
                  <a:schemeClr val="lt1"/>
                </a:solidFill>
                <a:latin typeface="Inter SemiBold"/>
                <a:ea typeface="Inter SemiBold"/>
                <a:cs typeface="Inter SemiBold"/>
                <a:sym typeface="Inter SemiBold"/>
              </a:defRPr>
            </a:lvl1pPr>
            <a:lvl2pPr lvl="1">
              <a:spcBef>
                <a:spcPts val="0"/>
              </a:spcBef>
              <a:spcAft>
                <a:spcPts val="0"/>
              </a:spcAft>
              <a:buClr>
                <a:schemeClr val="lt1"/>
              </a:buClr>
              <a:buSzPts val="800"/>
              <a:buFont typeface="Inter"/>
              <a:buNone/>
              <a:defRPr sz="800">
                <a:solidFill>
                  <a:schemeClr val="lt1"/>
                </a:solidFill>
              </a:defRPr>
            </a:lvl2pPr>
            <a:lvl3pPr lvl="2">
              <a:spcBef>
                <a:spcPts val="0"/>
              </a:spcBef>
              <a:spcAft>
                <a:spcPts val="0"/>
              </a:spcAft>
              <a:buClr>
                <a:schemeClr val="lt1"/>
              </a:buClr>
              <a:buSzPts val="800"/>
              <a:buFont typeface="Inter"/>
              <a:buNone/>
              <a:defRPr sz="800">
                <a:solidFill>
                  <a:schemeClr val="lt1"/>
                </a:solidFill>
              </a:defRPr>
            </a:lvl3pPr>
            <a:lvl4pPr lvl="3">
              <a:spcBef>
                <a:spcPts val="0"/>
              </a:spcBef>
              <a:spcAft>
                <a:spcPts val="0"/>
              </a:spcAft>
              <a:buClr>
                <a:schemeClr val="lt1"/>
              </a:buClr>
              <a:buSzPts val="800"/>
              <a:buFont typeface="Inter"/>
              <a:buNone/>
              <a:defRPr sz="800">
                <a:solidFill>
                  <a:schemeClr val="lt1"/>
                </a:solidFill>
              </a:defRPr>
            </a:lvl4pPr>
            <a:lvl5pPr lvl="4">
              <a:spcBef>
                <a:spcPts val="0"/>
              </a:spcBef>
              <a:spcAft>
                <a:spcPts val="0"/>
              </a:spcAft>
              <a:buClr>
                <a:schemeClr val="lt1"/>
              </a:buClr>
              <a:buSzPts val="800"/>
              <a:buFont typeface="Inter"/>
              <a:buNone/>
              <a:defRPr sz="800">
                <a:solidFill>
                  <a:schemeClr val="lt1"/>
                </a:solidFill>
              </a:defRPr>
            </a:lvl5pPr>
            <a:lvl6pPr lvl="5">
              <a:spcBef>
                <a:spcPts val="0"/>
              </a:spcBef>
              <a:spcAft>
                <a:spcPts val="0"/>
              </a:spcAft>
              <a:buClr>
                <a:schemeClr val="lt1"/>
              </a:buClr>
              <a:buSzPts val="800"/>
              <a:buFont typeface="Inter"/>
              <a:buNone/>
              <a:defRPr sz="800">
                <a:solidFill>
                  <a:schemeClr val="lt1"/>
                </a:solidFill>
              </a:defRPr>
            </a:lvl6pPr>
            <a:lvl7pPr lvl="6">
              <a:spcBef>
                <a:spcPts val="0"/>
              </a:spcBef>
              <a:spcAft>
                <a:spcPts val="0"/>
              </a:spcAft>
              <a:buClr>
                <a:schemeClr val="lt1"/>
              </a:buClr>
              <a:buSzPts val="800"/>
              <a:buFont typeface="Inter"/>
              <a:buNone/>
              <a:defRPr sz="800">
                <a:solidFill>
                  <a:schemeClr val="lt1"/>
                </a:solidFill>
              </a:defRPr>
            </a:lvl7pPr>
            <a:lvl8pPr lvl="7">
              <a:spcBef>
                <a:spcPts val="0"/>
              </a:spcBef>
              <a:spcAft>
                <a:spcPts val="0"/>
              </a:spcAft>
              <a:buClr>
                <a:schemeClr val="lt1"/>
              </a:buClr>
              <a:buSzPts val="800"/>
              <a:buFont typeface="Inter"/>
              <a:buNone/>
              <a:defRPr sz="800">
                <a:solidFill>
                  <a:schemeClr val="lt1"/>
                </a:solidFill>
              </a:defRPr>
            </a:lvl8pPr>
            <a:lvl9pPr lvl="8">
              <a:spcBef>
                <a:spcPts val="0"/>
              </a:spcBef>
              <a:spcAft>
                <a:spcPts val="0"/>
              </a:spcAft>
              <a:buClr>
                <a:schemeClr val="lt1"/>
              </a:buClr>
              <a:buSzPts val="800"/>
              <a:buFont typeface="Inter"/>
              <a:buNone/>
              <a:defRPr sz="800">
                <a:solidFill>
                  <a:schemeClr val="lt1"/>
                </a:solidFill>
              </a:defRPr>
            </a:lvl9pPr>
          </a:lstStyle>
          <a:p/>
        </p:txBody>
      </p:sp>
      <p:sp>
        <p:nvSpPr>
          <p:cNvPr id="108" name="Google Shape;108;p7"/>
          <p:cNvSpPr txBox="1"/>
          <p:nvPr>
            <p:ph idx="7" type="subTitle"/>
          </p:nvPr>
        </p:nvSpPr>
        <p:spPr>
          <a:xfrm>
            <a:off x="4617950" y="2700171"/>
            <a:ext cx="1370700" cy="174600"/>
          </a:xfrm>
          <a:prstGeom prst="rect">
            <a:avLst/>
          </a:prstGeom>
        </p:spPr>
        <p:txBody>
          <a:bodyPr anchorCtr="0" anchor="t" bIns="0" lIns="0" spcFirstLastPara="1" rIns="0" wrap="square" tIns="0">
            <a:noAutofit/>
          </a:bodyPr>
          <a:lstStyle>
            <a:lvl1pPr lvl="0">
              <a:spcBef>
                <a:spcPts val="0"/>
              </a:spcBef>
              <a:spcAft>
                <a:spcPts val="0"/>
              </a:spcAft>
              <a:buNone/>
              <a:defRPr sz="1000">
                <a:solidFill>
                  <a:schemeClr val="lt1"/>
                </a:solidFill>
                <a:latin typeface="Inter SemiBold"/>
                <a:ea typeface="Inter SemiBold"/>
                <a:cs typeface="Inter SemiBold"/>
                <a:sym typeface="Inter SemiBold"/>
              </a:defRPr>
            </a:lvl1pPr>
            <a:lvl2pPr lvl="1">
              <a:spcBef>
                <a:spcPts val="0"/>
              </a:spcBef>
              <a:spcAft>
                <a:spcPts val="0"/>
              </a:spcAft>
              <a:buClr>
                <a:schemeClr val="lt1"/>
              </a:buClr>
              <a:buSzPts val="800"/>
              <a:buFont typeface="Inter"/>
              <a:buNone/>
              <a:defRPr sz="800">
                <a:solidFill>
                  <a:schemeClr val="lt1"/>
                </a:solidFill>
              </a:defRPr>
            </a:lvl2pPr>
            <a:lvl3pPr lvl="2">
              <a:spcBef>
                <a:spcPts val="0"/>
              </a:spcBef>
              <a:spcAft>
                <a:spcPts val="0"/>
              </a:spcAft>
              <a:buClr>
                <a:schemeClr val="lt1"/>
              </a:buClr>
              <a:buSzPts val="800"/>
              <a:buFont typeface="Inter"/>
              <a:buNone/>
              <a:defRPr sz="800">
                <a:solidFill>
                  <a:schemeClr val="lt1"/>
                </a:solidFill>
              </a:defRPr>
            </a:lvl3pPr>
            <a:lvl4pPr lvl="3">
              <a:spcBef>
                <a:spcPts val="0"/>
              </a:spcBef>
              <a:spcAft>
                <a:spcPts val="0"/>
              </a:spcAft>
              <a:buClr>
                <a:schemeClr val="lt1"/>
              </a:buClr>
              <a:buSzPts val="800"/>
              <a:buFont typeface="Inter"/>
              <a:buNone/>
              <a:defRPr sz="800">
                <a:solidFill>
                  <a:schemeClr val="lt1"/>
                </a:solidFill>
              </a:defRPr>
            </a:lvl4pPr>
            <a:lvl5pPr lvl="4">
              <a:spcBef>
                <a:spcPts val="0"/>
              </a:spcBef>
              <a:spcAft>
                <a:spcPts val="0"/>
              </a:spcAft>
              <a:buClr>
                <a:schemeClr val="lt1"/>
              </a:buClr>
              <a:buSzPts val="800"/>
              <a:buFont typeface="Inter"/>
              <a:buNone/>
              <a:defRPr sz="800">
                <a:solidFill>
                  <a:schemeClr val="lt1"/>
                </a:solidFill>
              </a:defRPr>
            </a:lvl5pPr>
            <a:lvl6pPr lvl="5">
              <a:spcBef>
                <a:spcPts val="0"/>
              </a:spcBef>
              <a:spcAft>
                <a:spcPts val="0"/>
              </a:spcAft>
              <a:buClr>
                <a:schemeClr val="lt1"/>
              </a:buClr>
              <a:buSzPts val="800"/>
              <a:buFont typeface="Inter"/>
              <a:buNone/>
              <a:defRPr sz="800">
                <a:solidFill>
                  <a:schemeClr val="lt1"/>
                </a:solidFill>
              </a:defRPr>
            </a:lvl6pPr>
            <a:lvl7pPr lvl="6">
              <a:spcBef>
                <a:spcPts val="0"/>
              </a:spcBef>
              <a:spcAft>
                <a:spcPts val="0"/>
              </a:spcAft>
              <a:buClr>
                <a:schemeClr val="lt1"/>
              </a:buClr>
              <a:buSzPts val="800"/>
              <a:buFont typeface="Inter"/>
              <a:buNone/>
              <a:defRPr sz="800">
                <a:solidFill>
                  <a:schemeClr val="lt1"/>
                </a:solidFill>
              </a:defRPr>
            </a:lvl7pPr>
            <a:lvl8pPr lvl="7">
              <a:spcBef>
                <a:spcPts val="0"/>
              </a:spcBef>
              <a:spcAft>
                <a:spcPts val="0"/>
              </a:spcAft>
              <a:buClr>
                <a:schemeClr val="lt1"/>
              </a:buClr>
              <a:buSzPts val="800"/>
              <a:buFont typeface="Inter"/>
              <a:buNone/>
              <a:defRPr sz="800">
                <a:solidFill>
                  <a:schemeClr val="lt1"/>
                </a:solidFill>
              </a:defRPr>
            </a:lvl8pPr>
            <a:lvl9pPr lvl="8">
              <a:spcBef>
                <a:spcPts val="0"/>
              </a:spcBef>
              <a:spcAft>
                <a:spcPts val="0"/>
              </a:spcAft>
              <a:buClr>
                <a:schemeClr val="lt1"/>
              </a:buClr>
              <a:buSzPts val="800"/>
              <a:buFont typeface="Inter"/>
              <a:buNone/>
              <a:defRPr sz="800">
                <a:solidFill>
                  <a:schemeClr val="lt1"/>
                </a:solidFill>
              </a:defRPr>
            </a:lvl9pPr>
          </a:lstStyle>
          <a:p/>
        </p:txBody>
      </p:sp>
      <p:sp>
        <p:nvSpPr>
          <p:cNvPr id="109" name="Google Shape;109;p7"/>
          <p:cNvSpPr txBox="1"/>
          <p:nvPr>
            <p:ph idx="8" type="subTitle"/>
          </p:nvPr>
        </p:nvSpPr>
        <p:spPr>
          <a:xfrm>
            <a:off x="6080625" y="2700171"/>
            <a:ext cx="1370700" cy="174600"/>
          </a:xfrm>
          <a:prstGeom prst="rect">
            <a:avLst/>
          </a:prstGeom>
        </p:spPr>
        <p:txBody>
          <a:bodyPr anchorCtr="0" anchor="t" bIns="0" lIns="0" spcFirstLastPara="1" rIns="0" wrap="square" tIns="0">
            <a:noAutofit/>
          </a:bodyPr>
          <a:lstStyle>
            <a:lvl1pPr lvl="0">
              <a:spcBef>
                <a:spcPts val="0"/>
              </a:spcBef>
              <a:spcAft>
                <a:spcPts val="0"/>
              </a:spcAft>
              <a:buNone/>
              <a:defRPr sz="1000">
                <a:solidFill>
                  <a:schemeClr val="lt1"/>
                </a:solidFill>
                <a:latin typeface="Inter SemiBold"/>
                <a:ea typeface="Inter SemiBold"/>
                <a:cs typeface="Inter SemiBold"/>
                <a:sym typeface="Inter SemiBold"/>
              </a:defRPr>
            </a:lvl1pPr>
            <a:lvl2pPr lvl="1">
              <a:spcBef>
                <a:spcPts val="0"/>
              </a:spcBef>
              <a:spcAft>
                <a:spcPts val="0"/>
              </a:spcAft>
              <a:buClr>
                <a:schemeClr val="lt1"/>
              </a:buClr>
              <a:buSzPts val="800"/>
              <a:buFont typeface="Inter"/>
              <a:buNone/>
              <a:defRPr sz="800">
                <a:solidFill>
                  <a:schemeClr val="lt1"/>
                </a:solidFill>
              </a:defRPr>
            </a:lvl2pPr>
            <a:lvl3pPr lvl="2">
              <a:spcBef>
                <a:spcPts val="0"/>
              </a:spcBef>
              <a:spcAft>
                <a:spcPts val="0"/>
              </a:spcAft>
              <a:buClr>
                <a:schemeClr val="lt1"/>
              </a:buClr>
              <a:buSzPts val="800"/>
              <a:buFont typeface="Inter"/>
              <a:buNone/>
              <a:defRPr sz="800">
                <a:solidFill>
                  <a:schemeClr val="lt1"/>
                </a:solidFill>
              </a:defRPr>
            </a:lvl3pPr>
            <a:lvl4pPr lvl="3">
              <a:spcBef>
                <a:spcPts val="0"/>
              </a:spcBef>
              <a:spcAft>
                <a:spcPts val="0"/>
              </a:spcAft>
              <a:buClr>
                <a:schemeClr val="lt1"/>
              </a:buClr>
              <a:buSzPts val="800"/>
              <a:buFont typeface="Inter"/>
              <a:buNone/>
              <a:defRPr sz="800">
                <a:solidFill>
                  <a:schemeClr val="lt1"/>
                </a:solidFill>
              </a:defRPr>
            </a:lvl4pPr>
            <a:lvl5pPr lvl="4">
              <a:spcBef>
                <a:spcPts val="0"/>
              </a:spcBef>
              <a:spcAft>
                <a:spcPts val="0"/>
              </a:spcAft>
              <a:buClr>
                <a:schemeClr val="lt1"/>
              </a:buClr>
              <a:buSzPts val="800"/>
              <a:buFont typeface="Inter"/>
              <a:buNone/>
              <a:defRPr sz="800">
                <a:solidFill>
                  <a:schemeClr val="lt1"/>
                </a:solidFill>
              </a:defRPr>
            </a:lvl5pPr>
            <a:lvl6pPr lvl="5">
              <a:spcBef>
                <a:spcPts val="0"/>
              </a:spcBef>
              <a:spcAft>
                <a:spcPts val="0"/>
              </a:spcAft>
              <a:buClr>
                <a:schemeClr val="lt1"/>
              </a:buClr>
              <a:buSzPts val="800"/>
              <a:buFont typeface="Inter"/>
              <a:buNone/>
              <a:defRPr sz="800">
                <a:solidFill>
                  <a:schemeClr val="lt1"/>
                </a:solidFill>
              </a:defRPr>
            </a:lvl6pPr>
            <a:lvl7pPr lvl="6">
              <a:spcBef>
                <a:spcPts val="0"/>
              </a:spcBef>
              <a:spcAft>
                <a:spcPts val="0"/>
              </a:spcAft>
              <a:buClr>
                <a:schemeClr val="lt1"/>
              </a:buClr>
              <a:buSzPts val="800"/>
              <a:buFont typeface="Inter"/>
              <a:buNone/>
              <a:defRPr sz="800">
                <a:solidFill>
                  <a:schemeClr val="lt1"/>
                </a:solidFill>
              </a:defRPr>
            </a:lvl7pPr>
            <a:lvl8pPr lvl="7">
              <a:spcBef>
                <a:spcPts val="0"/>
              </a:spcBef>
              <a:spcAft>
                <a:spcPts val="0"/>
              </a:spcAft>
              <a:buClr>
                <a:schemeClr val="lt1"/>
              </a:buClr>
              <a:buSzPts val="800"/>
              <a:buFont typeface="Inter"/>
              <a:buNone/>
              <a:defRPr sz="800">
                <a:solidFill>
                  <a:schemeClr val="lt1"/>
                </a:solidFill>
              </a:defRPr>
            </a:lvl8pPr>
            <a:lvl9pPr lvl="8">
              <a:spcBef>
                <a:spcPts val="0"/>
              </a:spcBef>
              <a:spcAft>
                <a:spcPts val="0"/>
              </a:spcAft>
              <a:buClr>
                <a:schemeClr val="lt1"/>
              </a:buClr>
              <a:buSzPts val="800"/>
              <a:buFont typeface="Inter"/>
              <a:buNone/>
              <a:defRPr sz="800">
                <a:solidFill>
                  <a:schemeClr val="lt1"/>
                </a:solidFill>
              </a:defRPr>
            </a:lvl9pPr>
          </a:lstStyle>
          <a:p/>
        </p:txBody>
      </p:sp>
      <p:sp>
        <p:nvSpPr>
          <p:cNvPr id="110" name="Google Shape;110;p7"/>
          <p:cNvSpPr txBox="1"/>
          <p:nvPr>
            <p:ph idx="9" type="subTitle"/>
          </p:nvPr>
        </p:nvSpPr>
        <p:spPr>
          <a:xfrm>
            <a:off x="7543300" y="2700171"/>
            <a:ext cx="1370700" cy="174600"/>
          </a:xfrm>
          <a:prstGeom prst="rect">
            <a:avLst/>
          </a:prstGeom>
        </p:spPr>
        <p:txBody>
          <a:bodyPr anchorCtr="0" anchor="t" bIns="0" lIns="0" spcFirstLastPara="1" rIns="0" wrap="square" tIns="0">
            <a:noAutofit/>
          </a:bodyPr>
          <a:lstStyle>
            <a:lvl1pPr lvl="0">
              <a:spcBef>
                <a:spcPts val="0"/>
              </a:spcBef>
              <a:spcAft>
                <a:spcPts val="0"/>
              </a:spcAft>
              <a:buNone/>
              <a:defRPr sz="1000">
                <a:solidFill>
                  <a:schemeClr val="lt1"/>
                </a:solidFill>
                <a:latin typeface="Inter SemiBold"/>
                <a:ea typeface="Inter SemiBold"/>
                <a:cs typeface="Inter SemiBold"/>
                <a:sym typeface="Inter SemiBold"/>
              </a:defRPr>
            </a:lvl1pPr>
            <a:lvl2pPr lvl="1">
              <a:spcBef>
                <a:spcPts val="0"/>
              </a:spcBef>
              <a:spcAft>
                <a:spcPts val="0"/>
              </a:spcAft>
              <a:buClr>
                <a:schemeClr val="lt1"/>
              </a:buClr>
              <a:buSzPts val="800"/>
              <a:buFont typeface="Inter"/>
              <a:buNone/>
              <a:defRPr sz="800">
                <a:solidFill>
                  <a:schemeClr val="lt1"/>
                </a:solidFill>
              </a:defRPr>
            </a:lvl2pPr>
            <a:lvl3pPr lvl="2">
              <a:spcBef>
                <a:spcPts val="0"/>
              </a:spcBef>
              <a:spcAft>
                <a:spcPts val="0"/>
              </a:spcAft>
              <a:buClr>
                <a:schemeClr val="lt1"/>
              </a:buClr>
              <a:buSzPts val="800"/>
              <a:buFont typeface="Inter"/>
              <a:buNone/>
              <a:defRPr sz="800">
                <a:solidFill>
                  <a:schemeClr val="lt1"/>
                </a:solidFill>
              </a:defRPr>
            </a:lvl3pPr>
            <a:lvl4pPr lvl="3">
              <a:spcBef>
                <a:spcPts val="0"/>
              </a:spcBef>
              <a:spcAft>
                <a:spcPts val="0"/>
              </a:spcAft>
              <a:buClr>
                <a:schemeClr val="lt1"/>
              </a:buClr>
              <a:buSzPts val="800"/>
              <a:buFont typeface="Inter"/>
              <a:buNone/>
              <a:defRPr sz="800">
                <a:solidFill>
                  <a:schemeClr val="lt1"/>
                </a:solidFill>
              </a:defRPr>
            </a:lvl4pPr>
            <a:lvl5pPr lvl="4">
              <a:spcBef>
                <a:spcPts val="0"/>
              </a:spcBef>
              <a:spcAft>
                <a:spcPts val="0"/>
              </a:spcAft>
              <a:buClr>
                <a:schemeClr val="lt1"/>
              </a:buClr>
              <a:buSzPts val="800"/>
              <a:buFont typeface="Inter"/>
              <a:buNone/>
              <a:defRPr sz="800">
                <a:solidFill>
                  <a:schemeClr val="lt1"/>
                </a:solidFill>
              </a:defRPr>
            </a:lvl5pPr>
            <a:lvl6pPr lvl="5">
              <a:spcBef>
                <a:spcPts val="0"/>
              </a:spcBef>
              <a:spcAft>
                <a:spcPts val="0"/>
              </a:spcAft>
              <a:buClr>
                <a:schemeClr val="lt1"/>
              </a:buClr>
              <a:buSzPts val="800"/>
              <a:buFont typeface="Inter"/>
              <a:buNone/>
              <a:defRPr sz="800">
                <a:solidFill>
                  <a:schemeClr val="lt1"/>
                </a:solidFill>
              </a:defRPr>
            </a:lvl6pPr>
            <a:lvl7pPr lvl="6">
              <a:spcBef>
                <a:spcPts val="0"/>
              </a:spcBef>
              <a:spcAft>
                <a:spcPts val="0"/>
              </a:spcAft>
              <a:buClr>
                <a:schemeClr val="lt1"/>
              </a:buClr>
              <a:buSzPts val="800"/>
              <a:buFont typeface="Inter"/>
              <a:buNone/>
              <a:defRPr sz="800">
                <a:solidFill>
                  <a:schemeClr val="lt1"/>
                </a:solidFill>
              </a:defRPr>
            </a:lvl7pPr>
            <a:lvl8pPr lvl="7">
              <a:spcBef>
                <a:spcPts val="0"/>
              </a:spcBef>
              <a:spcAft>
                <a:spcPts val="0"/>
              </a:spcAft>
              <a:buClr>
                <a:schemeClr val="lt1"/>
              </a:buClr>
              <a:buSzPts val="800"/>
              <a:buFont typeface="Inter"/>
              <a:buNone/>
              <a:defRPr sz="800">
                <a:solidFill>
                  <a:schemeClr val="lt1"/>
                </a:solidFill>
              </a:defRPr>
            </a:lvl8pPr>
            <a:lvl9pPr lvl="8">
              <a:spcBef>
                <a:spcPts val="0"/>
              </a:spcBef>
              <a:spcAft>
                <a:spcPts val="0"/>
              </a:spcAft>
              <a:buClr>
                <a:schemeClr val="lt1"/>
              </a:buClr>
              <a:buSzPts val="800"/>
              <a:buFont typeface="Inter"/>
              <a:buNone/>
              <a:defRPr sz="800">
                <a:solidFill>
                  <a:schemeClr val="lt1"/>
                </a:solidFill>
              </a:defRPr>
            </a:lvl9pPr>
          </a:lstStyle>
          <a:p/>
        </p:txBody>
      </p:sp>
      <p:sp>
        <p:nvSpPr>
          <p:cNvPr id="111" name="Google Shape;111;p7"/>
          <p:cNvSpPr txBox="1"/>
          <p:nvPr>
            <p:ph idx="13" type="subTitle"/>
          </p:nvPr>
        </p:nvSpPr>
        <p:spPr>
          <a:xfrm>
            <a:off x="3155275" y="1895400"/>
            <a:ext cx="2834700" cy="174600"/>
          </a:xfrm>
          <a:prstGeom prst="rect">
            <a:avLst/>
          </a:prstGeom>
        </p:spPr>
        <p:txBody>
          <a:bodyPr anchorCtr="0" anchor="t" bIns="0" lIns="0" spcFirstLastPara="1" rIns="0" wrap="square" tIns="0">
            <a:noAutofit/>
          </a:bodyPr>
          <a:lstStyle>
            <a:lvl1pPr lvl="0" algn="ctr">
              <a:spcBef>
                <a:spcPts val="0"/>
              </a:spcBef>
              <a:spcAft>
                <a:spcPts val="0"/>
              </a:spcAft>
              <a:buNone/>
              <a:defRPr sz="12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200"/>
              <a:buNone/>
              <a:defRPr sz="1200">
                <a:solidFill>
                  <a:schemeClr val="accent1"/>
                </a:solidFill>
              </a:defRPr>
            </a:lvl2pPr>
            <a:lvl3pPr lvl="2" algn="ctr">
              <a:spcBef>
                <a:spcPts val="0"/>
              </a:spcBef>
              <a:spcAft>
                <a:spcPts val="0"/>
              </a:spcAft>
              <a:buClr>
                <a:schemeClr val="accent1"/>
              </a:buClr>
              <a:buSzPts val="1200"/>
              <a:buNone/>
              <a:defRPr sz="1200">
                <a:solidFill>
                  <a:schemeClr val="accent1"/>
                </a:solidFill>
              </a:defRPr>
            </a:lvl3pPr>
            <a:lvl4pPr lvl="3" algn="ctr">
              <a:spcBef>
                <a:spcPts val="0"/>
              </a:spcBef>
              <a:spcAft>
                <a:spcPts val="0"/>
              </a:spcAft>
              <a:buClr>
                <a:schemeClr val="accent1"/>
              </a:buClr>
              <a:buSzPts val="1200"/>
              <a:buNone/>
              <a:defRPr sz="1200">
                <a:solidFill>
                  <a:schemeClr val="accent1"/>
                </a:solidFill>
              </a:defRPr>
            </a:lvl4pPr>
            <a:lvl5pPr lvl="4" algn="ctr">
              <a:spcBef>
                <a:spcPts val="0"/>
              </a:spcBef>
              <a:spcAft>
                <a:spcPts val="0"/>
              </a:spcAft>
              <a:buClr>
                <a:schemeClr val="accent1"/>
              </a:buClr>
              <a:buSzPts val="1200"/>
              <a:buNone/>
              <a:defRPr sz="1200">
                <a:solidFill>
                  <a:schemeClr val="accent1"/>
                </a:solidFill>
              </a:defRPr>
            </a:lvl5pPr>
            <a:lvl6pPr lvl="5" algn="ctr">
              <a:spcBef>
                <a:spcPts val="0"/>
              </a:spcBef>
              <a:spcAft>
                <a:spcPts val="0"/>
              </a:spcAft>
              <a:buClr>
                <a:schemeClr val="accent1"/>
              </a:buClr>
              <a:buSzPts val="1200"/>
              <a:buNone/>
              <a:defRPr sz="1200">
                <a:solidFill>
                  <a:schemeClr val="accent1"/>
                </a:solidFill>
              </a:defRPr>
            </a:lvl6pPr>
            <a:lvl7pPr lvl="6" algn="ctr">
              <a:spcBef>
                <a:spcPts val="0"/>
              </a:spcBef>
              <a:spcAft>
                <a:spcPts val="0"/>
              </a:spcAft>
              <a:buClr>
                <a:schemeClr val="accent1"/>
              </a:buClr>
              <a:buSzPts val="1200"/>
              <a:buNone/>
              <a:defRPr sz="1200">
                <a:solidFill>
                  <a:schemeClr val="accent1"/>
                </a:solidFill>
              </a:defRPr>
            </a:lvl7pPr>
            <a:lvl8pPr lvl="7" algn="ctr">
              <a:spcBef>
                <a:spcPts val="0"/>
              </a:spcBef>
              <a:spcAft>
                <a:spcPts val="0"/>
              </a:spcAft>
              <a:buClr>
                <a:schemeClr val="accent1"/>
              </a:buClr>
              <a:buSzPts val="1200"/>
              <a:buNone/>
              <a:defRPr sz="1200">
                <a:solidFill>
                  <a:schemeClr val="accent1"/>
                </a:solidFill>
              </a:defRPr>
            </a:lvl8pPr>
            <a:lvl9pPr lvl="8" algn="ctr">
              <a:spcBef>
                <a:spcPts val="0"/>
              </a:spcBef>
              <a:spcAft>
                <a:spcPts val="0"/>
              </a:spcAft>
              <a:buClr>
                <a:schemeClr val="accent1"/>
              </a:buClr>
              <a:buSzPts val="1200"/>
              <a:buNone/>
              <a:defRPr sz="1200">
                <a:solidFill>
                  <a:schemeClr val="accent1"/>
                </a:solidFill>
              </a:defRPr>
            </a:lvl9pPr>
          </a:lstStyle>
          <a:p/>
        </p:txBody>
      </p:sp>
      <p:sp>
        <p:nvSpPr>
          <p:cNvPr id="112" name="Google Shape;112;p7"/>
          <p:cNvSpPr txBox="1"/>
          <p:nvPr>
            <p:ph idx="14"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113" name="Google Shape;113;p7"/>
          <p:cNvSpPr txBox="1"/>
          <p:nvPr>
            <p:ph idx="15"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114" name="Google Shape;114;p7"/>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115" name="Google Shape;115;p7"/>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ALT 1">
  <p:cSld name="CUSTOM_1">
    <p:spTree>
      <p:nvGrpSpPr>
        <p:cNvPr id="116" name="Shape 116"/>
        <p:cNvGrpSpPr/>
        <p:nvPr/>
      </p:nvGrpSpPr>
      <p:grpSpPr>
        <a:xfrm>
          <a:off x="0" y="0"/>
          <a:ext cx="0" cy="0"/>
          <a:chOff x="0" y="0"/>
          <a:chExt cx="0" cy="0"/>
        </a:xfrm>
      </p:grpSpPr>
      <p:sp>
        <p:nvSpPr>
          <p:cNvPr id="117" name="Google Shape;117;p8"/>
          <p:cNvSpPr/>
          <p:nvPr>
            <p:ph idx="2" type="pic"/>
          </p:nvPr>
        </p:nvSpPr>
        <p:spPr>
          <a:xfrm>
            <a:off x="6080425" y="457200"/>
            <a:ext cx="2482500" cy="4229400"/>
          </a:xfrm>
          <a:prstGeom prst="round2DiagRect">
            <a:avLst>
              <a:gd fmla="val 16589" name="adj1"/>
              <a:gd fmla="val 8414" name="adj2"/>
            </a:avLst>
          </a:prstGeom>
          <a:noFill/>
          <a:ln>
            <a:noFill/>
          </a:ln>
        </p:spPr>
      </p:sp>
      <p:sp>
        <p:nvSpPr>
          <p:cNvPr id="118" name="Google Shape;118;p8"/>
          <p:cNvSpPr txBox="1"/>
          <p:nvPr>
            <p:ph idx="1" type="subTitle"/>
          </p:nvPr>
        </p:nvSpPr>
        <p:spPr>
          <a:xfrm>
            <a:off x="6311900" y="3871922"/>
            <a:ext cx="1974900" cy="414000"/>
          </a:xfrm>
          <a:prstGeom prst="rect">
            <a:avLst/>
          </a:prstGeom>
        </p:spPr>
        <p:txBody>
          <a:bodyPr anchorCtr="0" anchor="b" bIns="0" lIns="0" spcFirstLastPara="1" rIns="0" wrap="square" tIns="0">
            <a:noAutofit/>
          </a:bodyPr>
          <a:lstStyle>
            <a:lvl1pPr lvl="0">
              <a:spcBef>
                <a:spcPts val="0"/>
              </a:spcBef>
              <a:spcAft>
                <a:spcPts val="0"/>
              </a:spcAft>
              <a:buNone/>
              <a:defRPr b="1" sz="1400">
                <a:solidFill>
                  <a:schemeClr val="dk1"/>
                </a:solidFill>
                <a:latin typeface="Afacad Flux"/>
                <a:ea typeface="Afacad Flux"/>
                <a:cs typeface="Afacad Flux"/>
                <a:sym typeface="Afacad Flux"/>
              </a:defRPr>
            </a:lvl1pPr>
            <a:lvl2pPr lvl="1">
              <a:spcBef>
                <a:spcPts val="0"/>
              </a:spcBef>
              <a:spcAft>
                <a:spcPts val="0"/>
              </a:spcAft>
              <a:buClr>
                <a:schemeClr val="dk1"/>
              </a:buClr>
              <a:buSzPts val="1200"/>
              <a:buFont typeface="Afacad Flux"/>
              <a:buNone/>
              <a:defRPr sz="1200">
                <a:solidFill>
                  <a:schemeClr val="dk1"/>
                </a:solidFill>
                <a:latin typeface="Afacad Flux"/>
                <a:ea typeface="Afacad Flux"/>
                <a:cs typeface="Afacad Flux"/>
                <a:sym typeface="Afacad Flux"/>
              </a:defRPr>
            </a:lvl2pPr>
            <a:lvl3pPr lvl="2">
              <a:spcBef>
                <a:spcPts val="0"/>
              </a:spcBef>
              <a:spcAft>
                <a:spcPts val="0"/>
              </a:spcAft>
              <a:buClr>
                <a:schemeClr val="dk1"/>
              </a:buClr>
              <a:buSzPts val="1200"/>
              <a:buFont typeface="Afacad Flux"/>
              <a:buNone/>
              <a:defRPr sz="1200">
                <a:solidFill>
                  <a:schemeClr val="dk1"/>
                </a:solidFill>
                <a:latin typeface="Afacad Flux"/>
                <a:ea typeface="Afacad Flux"/>
                <a:cs typeface="Afacad Flux"/>
                <a:sym typeface="Afacad Flux"/>
              </a:defRPr>
            </a:lvl3pPr>
            <a:lvl4pPr lvl="3">
              <a:spcBef>
                <a:spcPts val="0"/>
              </a:spcBef>
              <a:spcAft>
                <a:spcPts val="0"/>
              </a:spcAft>
              <a:buClr>
                <a:schemeClr val="dk1"/>
              </a:buClr>
              <a:buSzPts val="1200"/>
              <a:buFont typeface="Afacad Flux"/>
              <a:buNone/>
              <a:defRPr sz="1200">
                <a:solidFill>
                  <a:schemeClr val="dk1"/>
                </a:solidFill>
                <a:latin typeface="Afacad Flux"/>
                <a:ea typeface="Afacad Flux"/>
                <a:cs typeface="Afacad Flux"/>
                <a:sym typeface="Afacad Flux"/>
              </a:defRPr>
            </a:lvl4pPr>
            <a:lvl5pPr lvl="4">
              <a:spcBef>
                <a:spcPts val="0"/>
              </a:spcBef>
              <a:spcAft>
                <a:spcPts val="0"/>
              </a:spcAft>
              <a:buClr>
                <a:schemeClr val="dk1"/>
              </a:buClr>
              <a:buSzPts val="1200"/>
              <a:buFont typeface="Afacad Flux"/>
              <a:buNone/>
              <a:defRPr sz="1200">
                <a:solidFill>
                  <a:schemeClr val="dk1"/>
                </a:solidFill>
                <a:latin typeface="Afacad Flux"/>
                <a:ea typeface="Afacad Flux"/>
                <a:cs typeface="Afacad Flux"/>
                <a:sym typeface="Afacad Flux"/>
              </a:defRPr>
            </a:lvl5pPr>
            <a:lvl6pPr lvl="5">
              <a:spcBef>
                <a:spcPts val="0"/>
              </a:spcBef>
              <a:spcAft>
                <a:spcPts val="0"/>
              </a:spcAft>
              <a:buClr>
                <a:schemeClr val="dk1"/>
              </a:buClr>
              <a:buSzPts val="1200"/>
              <a:buFont typeface="Afacad Flux"/>
              <a:buNone/>
              <a:defRPr sz="1200">
                <a:solidFill>
                  <a:schemeClr val="dk1"/>
                </a:solidFill>
                <a:latin typeface="Afacad Flux"/>
                <a:ea typeface="Afacad Flux"/>
                <a:cs typeface="Afacad Flux"/>
                <a:sym typeface="Afacad Flux"/>
              </a:defRPr>
            </a:lvl6pPr>
            <a:lvl7pPr lvl="6">
              <a:spcBef>
                <a:spcPts val="0"/>
              </a:spcBef>
              <a:spcAft>
                <a:spcPts val="0"/>
              </a:spcAft>
              <a:buClr>
                <a:schemeClr val="dk1"/>
              </a:buClr>
              <a:buSzPts val="1200"/>
              <a:buFont typeface="Afacad Flux"/>
              <a:buNone/>
              <a:defRPr sz="1200">
                <a:solidFill>
                  <a:schemeClr val="dk1"/>
                </a:solidFill>
                <a:latin typeface="Afacad Flux"/>
                <a:ea typeface="Afacad Flux"/>
                <a:cs typeface="Afacad Flux"/>
                <a:sym typeface="Afacad Flux"/>
              </a:defRPr>
            </a:lvl7pPr>
            <a:lvl8pPr lvl="7">
              <a:spcBef>
                <a:spcPts val="0"/>
              </a:spcBef>
              <a:spcAft>
                <a:spcPts val="0"/>
              </a:spcAft>
              <a:buClr>
                <a:schemeClr val="dk1"/>
              </a:buClr>
              <a:buSzPts val="1200"/>
              <a:buFont typeface="Afacad Flux"/>
              <a:buNone/>
              <a:defRPr sz="1200">
                <a:solidFill>
                  <a:schemeClr val="dk1"/>
                </a:solidFill>
                <a:latin typeface="Afacad Flux"/>
                <a:ea typeface="Afacad Flux"/>
                <a:cs typeface="Afacad Flux"/>
                <a:sym typeface="Afacad Flux"/>
              </a:defRPr>
            </a:lvl8pPr>
            <a:lvl9pPr lvl="8">
              <a:spcBef>
                <a:spcPts val="0"/>
              </a:spcBef>
              <a:spcAft>
                <a:spcPts val="0"/>
              </a:spcAft>
              <a:buClr>
                <a:schemeClr val="dk1"/>
              </a:buClr>
              <a:buSzPts val="1200"/>
              <a:buFont typeface="Afacad Flux"/>
              <a:buNone/>
              <a:defRPr sz="1200">
                <a:solidFill>
                  <a:schemeClr val="dk1"/>
                </a:solidFill>
                <a:latin typeface="Afacad Flux"/>
                <a:ea typeface="Afacad Flux"/>
                <a:cs typeface="Afacad Flux"/>
                <a:sym typeface="Afacad Flux"/>
              </a:defRPr>
            </a:lvl9pPr>
          </a:lstStyle>
          <a:p/>
        </p:txBody>
      </p:sp>
      <p:sp>
        <p:nvSpPr>
          <p:cNvPr id="119" name="Google Shape;119;p8"/>
          <p:cNvSpPr txBox="1"/>
          <p:nvPr>
            <p:ph idx="3" type="subTitle"/>
          </p:nvPr>
        </p:nvSpPr>
        <p:spPr>
          <a:xfrm>
            <a:off x="6311900" y="4288217"/>
            <a:ext cx="1974900" cy="414000"/>
          </a:xfrm>
          <a:prstGeom prst="rect">
            <a:avLst/>
          </a:prstGeom>
        </p:spPr>
        <p:txBody>
          <a:bodyPr anchorCtr="0" anchor="t" bIns="0" lIns="0" spcFirstLastPara="1" rIns="0" wrap="square" tIns="0">
            <a:noAutofit/>
          </a:bodyPr>
          <a:lstStyle>
            <a:lvl1pPr lvl="0">
              <a:spcBef>
                <a:spcPts val="0"/>
              </a:spcBef>
              <a:spcAft>
                <a:spcPts val="0"/>
              </a:spcAft>
              <a:buNone/>
              <a:defRPr sz="10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120" name="Google Shape;120;p8"/>
          <p:cNvSpPr txBox="1"/>
          <p:nvPr>
            <p:ph idx="4" type="subTitle"/>
          </p:nvPr>
        </p:nvSpPr>
        <p:spPr>
          <a:xfrm>
            <a:off x="3307050" y="3090050"/>
            <a:ext cx="1147500" cy="427500"/>
          </a:xfrm>
          <a:prstGeom prst="rect">
            <a:avLst/>
          </a:prstGeom>
        </p:spPr>
        <p:txBody>
          <a:bodyPr anchorCtr="0" anchor="t" bIns="0" lIns="0" spcFirstLastPara="1" rIns="0" wrap="square" tIns="0">
            <a:noAutofit/>
          </a:bodyPr>
          <a:lstStyle>
            <a:lvl1pPr lvl="0">
              <a:spcBef>
                <a:spcPts val="0"/>
              </a:spcBef>
              <a:spcAft>
                <a:spcPts val="0"/>
              </a:spcAft>
              <a:buNone/>
              <a:defRPr sz="3000"/>
            </a:lvl1pPr>
            <a:lvl2pPr lvl="1">
              <a:spcBef>
                <a:spcPts val="0"/>
              </a:spcBef>
              <a:spcAft>
                <a:spcPts val="0"/>
              </a:spcAft>
              <a:buClr>
                <a:schemeClr val="accent4"/>
              </a:buClr>
              <a:buSzPts val="800"/>
              <a:buNone/>
              <a:defRPr sz="800">
                <a:solidFill>
                  <a:schemeClr val="accent4"/>
                </a:solidFill>
              </a:defRPr>
            </a:lvl2pPr>
            <a:lvl3pPr lvl="2">
              <a:spcBef>
                <a:spcPts val="0"/>
              </a:spcBef>
              <a:spcAft>
                <a:spcPts val="0"/>
              </a:spcAft>
              <a:buClr>
                <a:schemeClr val="accent4"/>
              </a:buClr>
              <a:buSzPts val="800"/>
              <a:buNone/>
              <a:defRPr sz="800">
                <a:solidFill>
                  <a:schemeClr val="accent4"/>
                </a:solidFill>
              </a:defRPr>
            </a:lvl3pPr>
            <a:lvl4pPr lvl="3">
              <a:spcBef>
                <a:spcPts val="0"/>
              </a:spcBef>
              <a:spcAft>
                <a:spcPts val="0"/>
              </a:spcAft>
              <a:buClr>
                <a:schemeClr val="accent4"/>
              </a:buClr>
              <a:buSzPts val="800"/>
              <a:buNone/>
              <a:defRPr sz="800">
                <a:solidFill>
                  <a:schemeClr val="accent4"/>
                </a:solidFill>
              </a:defRPr>
            </a:lvl4pPr>
            <a:lvl5pPr lvl="4">
              <a:spcBef>
                <a:spcPts val="0"/>
              </a:spcBef>
              <a:spcAft>
                <a:spcPts val="0"/>
              </a:spcAft>
              <a:buClr>
                <a:schemeClr val="accent4"/>
              </a:buClr>
              <a:buSzPts val="800"/>
              <a:buNone/>
              <a:defRPr sz="800">
                <a:solidFill>
                  <a:schemeClr val="accent4"/>
                </a:solidFill>
              </a:defRPr>
            </a:lvl5pPr>
            <a:lvl6pPr lvl="5">
              <a:spcBef>
                <a:spcPts val="0"/>
              </a:spcBef>
              <a:spcAft>
                <a:spcPts val="0"/>
              </a:spcAft>
              <a:buClr>
                <a:schemeClr val="accent4"/>
              </a:buClr>
              <a:buSzPts val="800"/>
              <a:buNone/>
              <a:defRPr sz="800">
                <a:solidFill>
                  <a:schemeClr val="accent4"/>
                </a:solidFill>
              </a:defRPr>
            </a:lvl6pPr>
            <a:lvl7pPr lvl="6">
              <a:spcBef>
                <a:spcPts val="0"/>
              </a:spcBef>
              <a:spcAft>
                <a:spcPts val="0"/>
              </a:spcAft>
              <a:buClr>
                <a:schemeClr val="accent4"/>
              </a:buClr>
              <a:buSzPts val="800"/>
              <a:buNone/>
              <a:defRPr sz="800">
                <a:solidFill>
                  <a:schemeClr val="accent4"/>
                </a:solidFill>
              </a:defRPr>
            </a:lvl7pPr>
            <a:lvl8pPr lvl="7">
              <a:spcBef>
                <a:spcPts val="0"/>
              </a:spcBef>
              <a:spcAft>
                <a:spcPts val="0"/>
              </a:spcAft>
              <a:buClr>
                <a:schemeClr val="accent4"/>
              </a:buClr>
              <a:buSzPts val="800"/>
              <a:buNone/>
              <a:defRPr sz="800">
                <a:solidFill>
                  <a:schemeClr val="accent4"/>
                </a:solidFill>
              </a:defRPr>
            </a:lvl8pPr>
            <a:lvl9pPr lvl="8">
              <a:spcBef>
                <a:spcPts val="0"/>
              </a:spcBef>
              <a:spcAft>
                <a:spcPts val="0"/>
              </a:spcAft>
              <a:buClr>
                <a:schemeClr val="accent4"/>
              </a:buClr>
              <a:buSzPts val="800"/>
              <a:buNone/>
              <a:defRPr sz="800">
                <a:solidFill>
                  <a:schemeClr val="accent4"/>
                </a:solidFill>
              </a:defRPr>
            </a:lvl9pPr>
          </a:lstStyle>
          <a:p/>
        </p:txBody>
      </p:sp>
      <p:sp>
        <p:nvSpPr>
          <p:cNvPr id="121" name="Google Shape;121;p8"/>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latin typeface="Afacad Flux SemiBold"/>
                <a:ea typeface="Afacad Flux SemiBold"/>
                <a:cs typeface="Afacad Flux SemiBold"/>
                <a:sym typeface="Afacad Flux SemiBold"/>
              </a:defRPr>
            </a:lvl1pPr>
            <a:lvl2pPr lvl="1">
              <a:lnSpc>
                <a:spcPct val="70000"/>
              </a:lnSpc>
              <a:spcBef>
                <a:spcPts val="0"/>
              </a:spcBef>
              <a:spcAft>
                <a:spcPts val="0"/>
              </a:spcAft>
              <a:buNone/>
              <a:defRPr b="0">
                <a:latin typeface="Afacad Flux SemiBold"/>
                <a:ea typeface="Afacad Flux SemiBold"/>
                <a:cs typeface="Afacad Flux SemiBold"/>
                <a:sym typeface="Afacad Flux SemiBold"/>
              </a:defRPr>
            </a:lvl2pPr>
            <a:lvl3pPr lvl="2">
              <a:lnSpc>
                <a:spcPct val="70000"/>
              </a:lnSpc>
              <a:spcBef>
                <a:spcPts val="0"/>
              </a:spcBef>
              <a:spcAft>
                <a:spcPts val="0"/>
              </a:spcAft>
              <a:buNone/>
              <a:defRPr b="0">
                <a:latin typeface="Afacad Flux SemiBold"/>
                <a:ea typeface="Afacad Flux SemiBold"/>
                <a:cs typeface="Afacad Flux SemiBold"/>
                <a:sym typeface="Afacad Flux SemiBold"/>
              </a:defRPr>
            </a:lvl3pPr>
            <a:lvl4pPr lvl="3">
              <a:lnSpc>
                <a:spcPct val="70000"/>
              </a:lnSpc>
              <a:spcBef>
                <a:spcPts val="0"/>
              </a:spcBef>
              <a:spcAft>
                <a:spcPts val="0"/>
              </a:spcAft>
              <a:buNone/>
              <a:defRPr b="0">
                <a:latin typeface="Afacad Flux SemiBold"/>
                <a:ea typeface="Afacad Flux SemiBold"/>
                <a:cs typeface="Afacad Flux SemiBold"/>
                <a:sym typeface="Afacad Flux SemiBold"/>
              </a:defRPr>
            </a:lvl4pPr>
            <a:lvl5pPr lvl="4">
              <a:lnSpc>
                <a:spcPct val="70000"/>
              </a:lnSpc>
              <a:spcBef>
                <a:spcPts val="0"/>
              </a:spcBef>
              <a:spcAft>
                <a:spcPts val="0"/>
              </a:spcAft>
              <a:buNone/>
              <a:defRPr b="0">
                <a:latin typeface="Afacad Flux SemiBold"/>
                <a:ea typeface="Afacad Flux SemiBold"/>
                <a:cs typeface="Afacad Flux SemiBold"/>
                <a:sym typeface="Afacad Flux SemiBold"/>
              </a:defRPr>
            </a:lvl5pPr>
            <a:lvl6pPr lvl="5">
              <a:lnSpc>
                <a:spcPct val="70000"/>
              </a:lnSpc>
              <a:spcBef>
                <a:spcPts val="0"/>
              </a:spcBef>
              <a:spcAft>
                <a:spcPts val="0"/>
              </a:spcAft>
              <a:buNone/>
              <a:defRPr b="0">
                <a:latin typeface="Afacad Flux SemiBold"/>
                <a:ea typeface="Afacad Flux SemiBold"/>
                <a:cs typeface="Afacad Flux SemiBold"/>
                <a:sym typeface="Afacad Flux SemiBold"/>
              </a:defRPr>
            </a:lvl6pPr>
            <a:lvl7pPr lvl="6">
              <a:lnSpc>
                <a:spcPct val="70000"/>
              </a:lnSpc>
              <a:spcBef>
                <a:spcPts val="0"/>
              </a:spcBef>
              <a:spcAft>
                <a:spcPts val="0"/>
              </a:spcAft>
              <a:buNone/>
              <a:defRPr b="0">
                <a:latin typeface="Afacad Flux SemiBold"/>
                <a:ea typeface="Afacad Flux SemiBold"/>
                <a:cs typeface="Afacad Flux SemiBold"/>
                <a:sym typeface="Afacad Flux SemiBold"/>
              </a:defRPr>
            </a:lvl7pPr>
            <a:lvl8pPr lvl="7">
              <a:lnSpc>
                <a:spcPct val="70000"/>
              </a:lnSpc>
              <a:spcBef>
                <a:spcPts val="0"/>
              </a:spcBef>
              <a:spcAft>
                <a:spcPts val="0"/>
              </a:spcAft>
              <a:buNone/>
              <a:defRPr b="0">
                <a:latin typeface="Afacad Flux SemiBold"/>
                <a:ea typeface="Afacad Flux SemiBold"/>
                <a:cs typeface="Afacad Flux SemiBold"/>
                <a:sym typeface="Afacad Flux SemiBold"/>
              </a:defRPr>
            </a:lvl8pPr>
            <a:lvl9pPr lvl="8">
              <a:lnSpc>
                <a:spcPct val="70000"/>
              </a:lnSpc>
              <a:spcBef>
                <a:spcPts val="0"/>
              </a:spcBef>
              <a:spcAft>
                <a:spcPts val="0"/>
              </a:spcAft>
              <a:buNone/>
              <a:defRPr b="0">
                <a:latin typeface="Afacad Flux SemiBold"/>
                <a:ea typeface="Afacad Flux SemiBold"/>
                <a:cs typeface="Afacad Flux SemiBold"/>
                <a:sym typeface="Afacad Flux SemiBold"/>
              </a:defRPr>
            </a:lvl9pPr>
          </a:lstStyle>
          <a:p/>
        </p:txBody>
      </p:sp>
      <p:sp>
        <p:nvSpPr>
          <p:cNvPr id="122" name="Google Shape;122;p8"/>
          <p:cNvSpPr txBox="1"/>
          <p:nvPr>
            <p:ph idx="5" type="body"/>
          </p:nvPr>
        </p:nvSpPr>
        <p:spPr>
          <a:xfrm>
            <a:off x="228600" y="1895400"/>
            <a:ext cx="2834700" cy="2112000"/>
          </a:xfrm>
          <a:prstGeom prst="rect">
            <a:avLst/>
          </a:prstGeom>
        </p:spPr>
        <p:txBody>
          <a:bodyPr anchorCtr="0" anchor="t" bIns="0" lIns="0" spcFirstLastPara="1" rIns="182875"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sz="1000"/>
            </a:lvl3pPr>
            <a:lvl4pPr indent="-292100" lvl="3" marL="1828800">
              <a:lnSpc>
                <a:spcPct val="100000"/>
              </a:lnSpc>
              <a:spcBef>
                <a:spcPts val="0"/>
              </a:spcBef>
              <a:spcAft>
                <a:spcPts val="0"/>
              </a:spcAft>
              <a:buSzPts val="1000"/>
              <a:buChar char="●"/>
              <a:defRPr sz="1000"/>
            </a:lvl4pPr>
            <a:lvl5pPr indent="-292100" lvl="4" marL="2286000">
              <a:lnSpc>
                <a:spcPct val="100000"/>
              </a:lnSpc>
              <a:spcBef>
                <a:spcPts val="0"/>
              </a:spcBef>
              <a:spcAft>
                <a:spcPts val="0"/>
              </a:spcAft>
              <a:buSzPts val="1000"/>
              <a:buChar char="○"/>
              <a:defRPr sz="1000"/>
            </a:lvl5pPr>
            <a:lvl6pPr indent="-292100" lvl="5" marL="2743200">
              <a:lnSpc>
                <a:spcPct val="100000"/>
              </a:lnSpc>
              <a:spcBef>
                <a:spcPts val="0"/>
              </a:spcBef>
              <a:spcAft>
                <a:spcPts val="0"/>
              </a:spcAft>
              <a:buSzPts val="1000"/>
              <a:buChar char="■"/>
              <a:defRPr sz="1000"/>
            </a:lvl6pPr>
            <a:lvl7pPr indent="-292100" lvl="6" marL="3200400">
              <a:lnSpc>
                <a:spcPct val="100000"/>
              </a:lnSpc>
              <a:spcBef>
                <a:spcPts val="0"/>
              </a:spcBef>
              <a:spcAft>
                <a:spcPts val="0"/>
              </a:spcAft>
              <a:buSzPts val="1000"/>
              <a:buChar char="●"/>
              <a:defRPr sz="1000"/>
            </a:lvl7pPr>
            <a:lvl8pPr indent="-292100" lvl="7" marL="3657600">
              <a:lnSpc>
                <a:spcPct val="100000"/>
              </a:lnSpc>
              <a:spcBef>
                <a:spcPts val="0"/>
              </a:spcBef>
              <a:spcAft>
                <a:spcPts val="0"/>
              </a:spcAft>
              <a:buSzPts val="1000"/>
              <a:buChar char="○"/>
              <a:defRPr sz="1000"/>
            </a:lvl8pPr>
            <a:lvl9pPr indent="-292100" lvl="8" marL="4114800">
              <a:lnSpc>
                <a:spcPct val="100000"/>
              </a:lnSpc>
              <a:spcBef>
                <a:spcPts val="0"/>
              </a:spcBef>
              <a:spcAft>
                <a:spcPts val="0"/>
              </a:spcAft>
              <a:buSzPts val="1000"/>
              <a:buChar char="■"/>
              <a:defRPr sz="1000"/>
            </a:lvl9pPr>
          </a:lstStyle>
          <a:p/>
        </p:txBody>
      </p:sp>
      <p:sp>
        <p:nvSpPr>
          <p:cNvPr id="123" name="Google Shape;123;p8"/>
          <p:cNvSpPr txBox="1"/>
          <p:nvPr>
            <p:ph idx="6" type="subTitle"/>
          </p:nvPr>
        </p:nvSpPr>
        <p:spPr>
          <a:xfrm>
            <a:off x="3307050" y="2115200"/>
            <a:ext cx="1974900" cy="361800"/>
          </a:xfrm>
          <a:prstGeom prst="rect">
            <a:avLst/>
          </a:prstGeom>
        </p:spPr>
        <p:txBody>
          <a:bodyPr anchorCtr="0" anchor="t" bIns="0" lIns="0" spcFirstLastPara="1" rIns="0" wrap="square" tIns="0">
            <a:noAutofit/>
          </a:bodyPr>
          <a:lstStyle>
            <a:lvl1pPr lvl="0">
              <a:spcBef>
                <a:spcPts val="0"/>
              </a:spcBef>
              <a:spcAft>
                <a:spcPts val="0"/>
              </a:spcAft>
              <a:buNone/>
              <a:defRPr sz="1200">
                <a:latin typeface="Inter SemiBold"/>
                <a:ea typeface="Inter SemiBold"/>
                <a:cs typeface="Inter SemiBold"/>
                <a:sym typeface="Inter SemiBold"/>
              </a:defRPr>
            </a:lvl1pPr>
            <a:lvl2pPr lvl="1">
              <a:spcBef>
                <a:spcPts val="0"/>
              </a:spcBef>
              <a:spcAft>
                <a:spcPts val="0"/>
              </a:spcAft>
              <a:buClr>
                <a:schemeClr val="dk2"/>
              </a:buClr>
              <a:buSzPts val="1200"/>
              <a:buNone/>
              <a:defRPr sz="1200"/>
            </a:lvl2pPr>
            <a:lvl3pPr lvl="2">
              <a:spcBef>
                <a:spcPts val="0"/>
              </a:spcBef>
              <a:spcAft>
                <a:spcPts val="0"/>
              </a:spcAft>
              <a:buClr>
                <a:schemeClr val="dk2"/>
              </a:buClr>
              <a:buSzPts val="1200"/>
              <a:buNone/>
              <a:defRPr sz="1200"/>
            </a:lvl3pPr>
            <a:lvl4pPr lvl="3">
              <a:spcBef>
                <a:spcPts val="0"/>
              </a:spcBef>
              <a:spcAft>
                <a:spcPts val="0"/>
              </a:spcAft>
              <a:buClr>
                <a:schemeClr val="dk2"/>
              </a:buClr>
              <a:buSzPts val="1200"/>
              <a:buNone/>
              <a:defRPr sz="1200"/>
            </a:lvl4pPr>
            <a:lvl5pPr lvl="4">
              <a:spcBef>
                <a:spcPts val="0"/>
              </a:spcBef>
              <a:spcAft>
                <a:spcPts val="0"/>
              </a:spcAft>
              <a:buClr>
                <a:schemeClr val="dk2"/>
              </a:buClr>
              <a:buSzPts val="1200"/>
              <a:buNone/>
              <a:defRPr sz="1200"/>
            </a:lvl5pPr>
            <a:lvl6pPr lvl="5">
              <a:spcBef>
                <a:spcPts val="0"/>
              </a:spcBef>
              <a:spcAft>
                <a:spcPts val="0"/>
              </a:spcAft>
              <a:buClr>
                <a:schemeClr val="dk2"/>
              </a:buClr>
              <a:buSzPts val="1200"/>
              <a:buNone/>
              <a:defRPr sz="1200"/>
            </a:lvl6pPr>
            <a:lvl7pPr lvl="6">
              <a:spcBef>
                <a:spcPts val="0"/>
              </a:spcBef>
              <a:spcAft>
                <a:spcPts val="0"/>
              </a:spcAft>
              <a:buClr>
                <a:schemeClr val="dk2"/>
              </a:buClr>
              <a:buSzPts val="1200"/>
              <a:buNone/>
              <a:defRPr sz="1200"/>
            </a:lvl7pPr>
            <a:lvl8pPr lvl="7">
              <a:spcBef>
                <a:spcPts val="0"/>
              </a:spcBef>
              <a:spcAft>
                <a:spcPts val="0"/>
              </a:spcAft>
              <a:buClr>
                <a:schemeClr val="dk2"/>
              </a:buClr>
              <a:buSzPts val="1200"/>
              <a:buNone/>
              <a:defRPr sz="1200"/>
            </a:lvl8pPr>
            <a:lvl9pPr lvl="8">
              <a:spcBef>
                <a:spcPts val="0"/>
              </a:spcBef>
              <a:spcAft>
                <a:spcPts val="0"/>
              </a:spcAft>
              <a:buClr>
                <a:schemeClr val="dk2"/>
              </a:buClr>
              <a:buSzPts val="1200"/>
              <a:buNone/>
              <a:defRPr sz="1200"/>
            </a:lvl9pPr>
          </a:lstStyle>
          <a:p/>
        </p:txBody>
      </p:sp>
      <p:sp>
        <p:nvSpPr>
          <p:cNvPr id="124" name="Google Shape;124;p8"/>
          <p:cNvSpPr txBox="1"/>
          <p:nvPr>
            <p:ph idx="7" type="subTitle"/>
          </p:nvPr>
        </p:nvSpPr>
        <p:spPr>
          <a:xfrm>
            <a:off x="3307050" y="3517427"/>
            <a:ext cx="1147500" cy="1746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Clr>
                <a:schemeClr val="accent4"/>
              </a:buClr>
              <a:buSzPts val="800"/>
              <a:buNone/>
              <a:defRPr sz="800">
                <a:solidFill>
                  <a:schemeClr val="accent4"/>
                </a:solidFill>
              </a:defRPr>
            </a:lvl2pPr>
            <a:lvl3pPr lvl="2">
              <a:spcBef>
                <a:spcPts val="0"/>
              </a:spcBef>
              <a:spcAft>
                <a:spcPts val="0"/>
              </a:spcAft>
              <a:buClr>
                <a:schemeClr val="accent4"/>
              </a:buClr>
              <a:buSzPts val="800"/>
              <a:buNone/>
              <a:defRPr sz="800">
                <a:solidFill>
                  <a:schemeClr val="accent4"/>
                </a:solidFill>
              </a:defRPr>
            </a:lvl3pPr>
            <a:lvl4pPr lvl="3">
              <a:spcBef>
                <a:spcPts val="0"/>
              </a:spcBef>
              <a:spcAft>
                <a:spcPts val="0"/>
              </a:spcAft>
              <a:buClr>
                <a:schemeClr val="accent4"/>
              </a:buClr>
              <a:buSzPts val="800"/>
              <a:buNone/>
              <a:defRPr sz="800">
                <a:solidFill>
                  <a:schemeClr val="accent4"/>
                </a:solidFill>
              </a:defRPr>
            </a:lvl4pPr>
            <a:lvl5pPr lvl="4">
              <a:spcBef>
                <a:spcPts val="0"/>
              </a:spcBef>
              <a:spcAft>
                <a:spcPts val="0"/>
              </a:spcAft>
              <a:buClr>
                <a:schemeClr val="accent4"/>
              </a:buClr>
              <a:buSzPts val="800"/>
              <a:buNone/>
              <a:defRPr sz="800">
                <a:solidFill>
                  <a:schemeClr val="accent4"/>
                </a:solidFill>
              </a:defRPr>
            </a:lvl5pPr>
            <a:lvl6pPr lvl="5">
              <a:spcBef>
                <a:spcPts val="0"/>
              </a:spcBef>
              <a:spcAft>
                <a:spcPts val="0"/>
              </a:spcAft>
              <a:buClr>
                <a:schemeClr val="accent4"/>
              </a:buClr>
              <a:buSzPts val="800"/>
              <a:buNone/>
              <a:defRPr sz="800">
                <a:solidFill>
                  <a:schemeClr val="accent4"/>
                </a:solidFill>
              </a:defRPr>
            </a:lvl6pPr>
            <a:lvl7pPr lvl="6">
              <a:spcBef>
                <a:spcPts val="0"/>
              </a:spcBef>
              <a:spcAft>
                <a:spcPts val="0"/>
              </a:spcAft>
              <a:buClr>
                <a:schemeClr val="accent4"/>
              </a:buClr>
              <a:buSzPts val="800"/>
              <a:buNone/>
              <a:defRPr sz="800">
                <a:solidFill>
                  <a:schemeClr val="accent4"/>
                </a:solidFill>
              </a:defRPr>
            </a:lvl7pPr>
            <a:lvl8pPr lvl="7">
              <a:spcBef>
                <a:spcPts val="0"/>
              </a:spcBef>
              <a:spcAft>
                <a:spcPts val="0"/>
              </a:spcAft>
              <a:buClr>
                <a:schemeClr val="accent4"/>
              </a:buClr>
              <a:buSzPts val="800"/>
              <a:buNone/>
              <a:defRPr sz="800">
                <a:solidFill>
                  <a:schemeClr val="accent4"/>
                </a:solidFill>
              </a:defRPr>
            </a:lvl8pPr>
            <a:lvl9pPr lvl="8">
              <a:spcBef>
                <a:spcPts val="0"/>
              </a:spcBef>
              <a:spcAft>
                <a:spcPts val="0"/>
              </a:spcAft>
              <a:buClr>
                <a:schemeClr val="accent4"/>
              </a:buClr>
              <a:buSzPts val="800"/>
              <a:buNone/>
              <a:defRPr sz="800">
                <a:solidFill>
                  <a:schemeClr val="accent4"/>
                </a:solidFill>
              </a:defRPr>
            </a:lvl9pPr>
          </a:lstStyle>
          <a:p/>
        </p:txBody>
      </p:sp>
      <p:sp>
        <p:nvSpPr>
          <p:cNvPr id="125" name="Google Shape;125;p8"/>
          <p:cNvSpPr txBox="1"/>
          <p:nvPr>
            <p:ph idx="8" type="subTitle"/>
          </p:nvPr>
        </p:nvSpPr>
        <p:spPr>
          <a:xfrm>
            <a:off x="4618950" y="3090050"/>
            <a:ext cx="1147500" cy="427500"/>
          </a:xfrm>
          <a:prstGeom prst="rect">
            <a:avLst/>
          </a:prstGeom>
        </p:spPr>
        <p:txBody>
          <a:bodyPr anchorCtr="0" anchor="t" bIns="0" lIns="0" spcFirstLastPara="1" rIns="0" wrap="square" tIns="0">
            <a:noAutofit/>
          </a:bodyPr>
          <a:lstStyle>
            <a:lvl1pPr lvl="0">
              <a:spcBef>
                <a:spcPts val="0"/>
              </a:spcBef>
              <a:spcAft>
                <a:spcPts val="0"/>
              </a:spcAft>
              <a:buNone/>
              <a:defRPr sz="3000">
                <a:solidFill>
                  <a:schemeClr val="dk2"/>
                </a:solidFill>
              </a:defRPr>
            </a:lvl1pPr>
            <a:lvl2pPr lvl="1">
              <a:spcBef>
                <a:spcPts val="0"/>
              </a:spcBef>
              <a:spcAft>
                <a:spcPts val="0"/>
              </a:spcAft>
              <a:buClr>
                <a:schemeClr val="accent4"/>
              </a:buClr>
              <a:buSzPts val="800"/>
              <a:buNone/>
              <a:defRPr sz="800">
                <a:solidFill>
                  <a:schemeClr val="accent4"/>
                </a:solidFill>
              </a:defRPr>
            </a:lvl2pPr>
            <a:lvl3pPr lvl="2">
              <a:spcBef>
                <a:spcPts val="0"/>
              </a:spcBef>
              <a:spcAft>
                <a:spcPts val="0"/>
              </a:spcAft>
              <a:buClr>
                <a:schemeClr val="accent4"/>
              </a:buClr>
              <a:buSzPts val="800"/>
              <a:buNone/>
              <a:defRPr sz="800">
                <a:solidFill>
                  <a:schemeClr val="accent4"/>
                </a:solidFill>
              </a:defRPr>
            </a:lvl3pPr>
            <a:lvl4pPr lvl="3">
              <a:spcBef>
                <a:spcPts val="0"/>
              </a:spcBef>
              <a:spcAft>
                <a:spcPts val="0"/>
              </a:spcAft>
              <a:buClr>
                <a:schemeClr val="accent4"/>
              </a:buClr>
              <a:buSzPts val="800"/>
              <a:buNone/>
              <a:defRPr sz="800">
                <a:solidFill>
                  <a:schemeClr val="accent4"/>
                </a:solidFill>
              </a:defRPr>
            </a:lvl4pPr>
            <a:lvl5pPr lvl="4">
              <a:spcBef>
                <a:spcPts val="0"/>
              </a:spcBef>
              <a:spcAft>
                <a:spcPts val="0"/>
              </a:spcAft>
              <a:buClr>
                <a:schemeClr val="accent4"/>
              </a:buClr>
              <a:buSzPts val="800"/>
              <a:buNone/>
              <a:defRPr sz="800">
                <a:solidFill>
                  <a:schemeClr val="accent4"/>
                </a:solidFill>
              </a:defRPr>
            </a:lvl5pPr>
            <a:lvl6pPr lvl="5">
              <a:spcBef>
                <a:spcPts val="0"/>
              </a:spcBef>
              <a:spcAft>
                <a:spcPts val="0"/>
              </a:spcAft>
              <a:buClr>
                <a:schemeClr val="accent4"/>
              </a:buClr>
              <a:buSzPts val="800"/>
              <a:buNone/>
              <a:defRPr sz="800">
                <a:solidFill>
                  <a:schemeClr val="accent4"/>
                </a:solidFill>
              </a:defRPr>
            </a:lvl6pPr>
            <a:lvl7pPr lvl="6">
              <a:spcBef>
                <a:spcPts val="0"/>
              </a:spcBef>
              <a:spcAft>
                <a:spcPts val="0"/>
              </a:spcAft>
              <a:buClr>
                <a:schemeClr val="accent4"/>
              </a:buClr>
              <a:buSzPts val="800"/>
              <a:buNone/>
              <a:defRPr sz="800">
                <a:solidFill>
                  <a:schemeClr val="accent4"/>
                </a:solidFill>
              </a:defRPr>
            </a:lvl7pPr>
            <a:lvl8pPr lvl="7">
              <a:spcBef>
                <a:spcPts val="0"/>
              </a:spcBef>
              <a:spcAft>
                <a:spcPts val="0"/>
              </a:spcAft>
              <a:buClr>
                <a:schemeClr val="accent4"/>
              </a:buClr>
              <a:buSzPts val="800"/>
              <a:buNone/>
              <a:defRPr sz="800">
                <a:solidFill>
                  <a:schemeClr val="accent4"/>
                </a:solidFill>
              </a:defRPr>
            </a:lvl8pPr>
            <a:lvl9pPr lvl="8">
              <a:spcBef>
                <a:spcPts val="0"/>
              </a:spcBef>
              <a:spcAft>
                <a:spcPts val="0"/>
              </a:spcAft>
              <a:buClr>
                <a:schemeClr val="accent4"/>
              </a:buClr>
              <a:buSzPts val="800"/>
              <a:buNone/>
              <a:defRPr sz="800">
                <a:solidFill>
                  <a:schemeClr val="accent4"/>
                </a:solidFill>
              </a:defRPr>
            </a:lvl9pPr>
          </a:lstStyle>
          <a:p/>
        </p:txBody>
      </p:sp>
      <p:sp>
        <p:nvSpPr>
          <p:cNvPr id="126" name="Google Shape;126;p8"/>
          <p:cNvSpPr txBox="1"/>
          <p:nvPr>
            <p:ph idx="9" type="subTitle"/>
          </p:nvPr>
        </p:nvSpPr>
        <p:spPr>
          <a:xfrm>
            <a:off x="4618950" y="3517427"/>
            <a:ext cx="1147500" cy="1746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Clr>
                <a:schemeClr val="accent4"/>
              </a:buClr>
              <a:buSzPts val="800"/>
              <a:buNone/>
              <a:defRPr sz="800">
                <a:solidFill>
                  <a:schemeClr val="accent4"/>
                </a:solidFill>
              </a:defRPr>
            </a:lvl2pPr>
            <a:lvl3pPr lvl="2">
              <a:spcBef>
                <a:spcPts val="0"/>
              </a:spcBef>
              <a:spcAft>
                <a:spcPts val="0"/>
              </a:spcAft>
              <a:buClr>
                <a:schemeClr val="accent4"/>
              </a:buClr>
              <a:buSzPts val="800"/>
              <a:buNone/>
              <a:defRPr sz="800">
                <a:solidFill>
                  <a:schemeClr val="accent4"/>
                </a:solidFill>
              </a:defRPr>
            </a:lvl3pPr>
            <a:lvl4pPr lvl="3">
              <a:spcBef>
                <a:spcPts val="0"/>
              </a:spcBef>
              <a:spcAft>
                <a:spcPts val="0"/>
              </a:spcAft>
              <a:buClr>
                <a:schemeClr val="accent4"/>
              </a:buClr>
              <a:buSzPts val="800"/>
              <a:buNone/>
              <a:defRPr sz="800">
                <a:solidFill>
                  <a:schemeClr val="accent4"/>
                </a:solidFill>
              </a:defRPr>
            </a:lvl4pPr>
            <a:lvl5pPr lvl="4">
              <a:spcBef>
                <a:spcPts val="0"/>
              </a:spcBef>
              <a:spcAft>
                <a:spcPts val="0"/>
              </a:spcAft>
              <a:buClr>
                <a:schemeClr val="accent4"/>
              </a:buClr>
              <a:buSzPts val="800"/>
              <a:buNone/>
              <a:defRPr sz="800">
                <a:solidFill>
                  <a:schemeClr val="accent4"/>
                </a:solidFill>
              </a:defRPr>
            </a:lvl5pPr>
            <a:lvl6pPr lvl="5">
              <a:spcBef>
                <a:spcPts val="0"/>
              </a:spcBef>
              <a:spcAft>
                <a:spcPts val="0"/>
              </a:spcAft>
              <a:buClr>
                <a:schemeClr val="accent4"/>
              </a:buClr>
              <a:buSzPts val="800"/>
              <a:buNone/>
              <a:defRPr sz="800">
                <a:solidFill>
                  <a:schemeClr val="accent4"/>
                </a:solidFill>
              </a:defRPr>
            </a:lvl6pPr>
            <a:lvl7pPr lvl="6">
              <a:spcBef>
                <a:spcPts val="0"/>
              </a:spcBef>
              <a:spcAft>
                <a:spcPts val="0"/>
              </a:spcAft>
              <a:buClr>
                <a:schemeClr val="accent4"/>
              </a:buClr>
              <a:buSzPts val="800"/>
              <a:buNone/>
              <a:defRPr sz="800">
                <a:solidFill>
                  <a:schemeClr val="accent4"/>
                </a:solidFill>
              </a:defRPr>
            </a:lvl7pPr>
            <a:lvl8pPr lvl="7">
              <a:spcBef>
                <a:spcPts val="0"/>
              </a:spcBef>
              <a:spcAft>
                <a:spcPts val="0"/>
              </a:spcAft>
              <a:buClr>
                <a:schemeClr val="accent4"/>
              </a:buClr>
              <a:buSzPts val="800"/>
              <a:buNone/>
              <a:defRPr sz="800">
                <a:solidFill>
                  <a:schemeClr val="accent4"/>
                </a:solidFill>
              </a:defRPr>
            </a:lvl8pPr>
            <a:lvl9pPr lvl="8">
              <a:spcBef>
                <a:spcPts val="0"/>
              </a:spcBef>
              <a:spcAft>
                <a:spcPts val="0"/>
              </a:spcAft>
              <a:buClr>
                <a:schemeClr val="accent4"/>
              </a:buClr>
              <a:buSzPts val="800"/>
              <a:buNone/>
              <a:defRPr sz="800">
                <a:solidFill>
                  <a:schemeClr val="accent4"/>
                </a:solidFill>
              </a:defRPr>
            </a:lvl9pPr>
          </a:lstStyle>
          <a:p/>
        </p:txBody>
      </p:sp>
      <p:sp>
        <p:nvSpPr>
          <p:cNvPr id="127" name="Google Shape;127;p8"/>
          <p:cNvSpPr txBox="1"/>
          <p:nvPr>
            <p:ph idx="13" type="subTitle"/>
          </p:nvPr>
        </p:nvSpPr>
        <p:spPr>
          <a:xfrm>
            <a:off x="3307050" y="3840813"/>
            <a:ext cx="1147500" cy="427500"/>
          </a:xfrm>
          <a:prstGeom prst="rect">
            <a:avLst/>
          </a:prstGeom>
        </p:spPr>
        <p:txBody>
          <a:bodyPr anchorCtr="0" anchor="t" bIns="0" lIns="0" spcFirstLastPara="1" rIns="0" wrap="square" tIns="0">
            <a:noAutofit/>
          </a:bodyPr>
          <a:lstStyle>
            <a:lvl1pPr lvl="0">
              <a:spcBef>
                <a:spcPts val="0"/>
              </a:spcBef>
              <a:spcAft>
                <a:spcPts val="0"/>
              </a:spcAft>
              <a:buNone/>
              <a:defRPr sz="3000"/>
            </a:lvl1pPr>
            <a:lvl2pPr lvl="1">
              <a:spcBef>
                <a:spcPts val="0"/>
              </a:spcBef>
              <a:spcAft>
                <a:spcPts val="0"/>
              </a:spcAft>
              <a:buClr>
                <a:schemeClr val="accent4"/>
              </a:buClr>
              <a:buSzPts val="800"/>
              <a:buNone/>
              <a:defRPr sz="800">
                <a:solidFill>
                  <a:schemeClr val="accent4"/>
                </a:solidFill>
              </a:defRPr>
            </a:lvl2pPr>
            <a:lvl3pPr lvl="2">
              <a:spcBef>
                <a:spcPts val="0"/>
              </a:spcBef>
              <a:spcAft>
                <a:spcPts val="0"/>
              </a:spcAft>
              <a:buClr>
                <a:schemeClr val="accent4"/>
              </a:buClr>
              <a:buSzPts val="800"/>
              <a:buNone/>
              <a:defRPr sz="800">
                <a:solidFill>
                  <a:schemeClr val="accent4"/>
                </a:solidFill>
              </a:defRPr>
            </a:lvl3pPr>
            <a:lvl4pPr lvl="3">
              <a:spcBef>
                <a:spcPts val="0"/>
              </a:spcBef>
              <a:spcAft>
                <a:spcPts val="0"/>
              </a:spcAft>
              <a:buClr>
                <a:schemeClr val="accent4"/>
              </a:buClr>
              <a:buSzPts val="800"/>
              <a:buNone/>
              <a:defRPr sz="800">
                <a:solidFill>
                  <a:schemeClr val="accent4"/>
                </a:solidFill>
              </a:defRPr>
            </a:lvl4pPr>
            <a:lvl5pPr lvl="4">
              <a:spcBef>
                <a:spcPts val="0"/>
              </a:spcBef>
              <a:spcAft>
                <a:spcPts val="0"/>
              </a:spcAft>
              <a:buClr>
                <a:schemeClr val="accent4"/>
              </a:buClr>
              <a:buSzPts val="800"/>
              <a:buNone/>
              <a:defRPr sz="800">
                <a:solidFill>
                  <a:schemeClr val="accent4"/>
                </a:solidFill>
              </a:defRPr>
            </a:lvl5pPr>
            <a:lvl6pPr lvl="5">
              <a:spcBef>
                <a:spcPts val="0"/>
              </a:spcBef>
              <a:spcAft>
                <a:spcPts val="0"/>
              </a:spcAft>
              <a:buClr>
                <a:schemeClr val="accent4"/>
              </a:buClr>
              <a:buSzPts val="800"/>
              <a:buNone/>
              <a:defRPr sz="800">
                <a:solidFill>
                  <a:schemeClr val="accent4"/>
                </a:solidFill>
              </a:defRPr>
            </a:lvl6pPr>
            <a:lvl7pPr lvl="6">
              <a:spcBef>
                <a:spcPts val="0"/>
              </a:spcBef>
              <a:spcAft>
                <a:spcPts val="0"/>
              </a:spcAft>
              <a:buClr>
                <a:schemeClr val="accent4"/>
              </a:buClr>
              <a:buSzPts val="800"/>
              <a:buNone/>
              <a:defRPr sz="800">
                <a:solidFill>
                  <a:schemeClr val="accent4"/>
                </a:solidFill>
              </a:defRPr>
            </a:lvl7pPr>
            <a:lvl8pPr lvl="7">
              <a:spcBef>
                <a:spcPts val="0"/>
              </a:spcBef>
              <a:spcAft>
                <a:spcPts val="0"/>
              </a:spcAft>
              <a:buClr>
                <a:schemeClr val="accent4"/>
              </a:buClr>
              <a:buSzPts val="800"/>
              <a:buNone/>
              <a:defRPr sz="800">
                <a:solidFill>
                  <a:schemeClr val="accent4"/>
                </a:solidFill>
              </a:defRPr>
            </a:lvl8pPr>
            <a:lvl9pPr lvl="8">
              <a:spcBef>
                <a:spcPts val="0"/>
              </a:spcBef>
              <a:spcAft>
                <a:spcPts val="0"/>
              </a:spcAft>
              <a:buClr>
                <a:schemeClr val="accent4"/>
              </a:buClr>
              <a:buSzPts val="800"/>
              <a:buNone/>
              <a:defRPr sz="800">
                <a:solidFill>
                  <a:schemeClr val="accent4"/>
                </a:solidFill>
              </a:defRPr>
            </a:lvl9pPr>
          </a:lstStyle>
          <a:p/>
        </p:txBody>
      </p:sp>
      <p:sp>
        <p:nvSpPr>
          <p:cNvPr id="128" name="Google Shape;128;p8"/>
          <p:cNvSpPr txBox="1"/>
          <p:nvPr>
            <p:ph idx="14" type="subTitle"/>
          </p:nvPr>
        </p:nvSpPr>
        <p:spPr>
          <a:xfrm>
            <a:off x="3307050" y="4268190"/>
            <a:ext cx="1147500" cy="1746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Clr>
                <a:schemeClr val="accent4"/>
              </a:buClr>
              <a:buSzPts val="800"/>
              <a:buNone/>
              <a:defRPr sz="800">
                <a:solidFill>
                  <a:schemeClr val="accent4"/>
                </a:solidFill>
              </a:defRPr>
            </a:lvl2pPr>
            <a:lvl3pPr lvl="2">
              <a:spcBef>
                <a:spcPts val="0"/>
              </a:spcBef>
              <a:spcAft>
                <a:spcPts val="0"/>
              </a:spcAft>
              <a:buClr>
                <a:schemeClr val="accent4"/>
              </a:buClr>
              <a:buSzPts val="800"/>
              <a:buNone/>
              <a:defRPr sz="800">
                <a:solidFill>
                  <a:schemeClr val="accent4"/>
                </a:solidFill>
              </a:defRPr>
            </a:lvl3pPr>
            <a:lvl4pPr lvl="3">
              <a:spcBef>
                <a:spcPts val="0"/>
              </a:spcBef>
              <a:spcAft>
                <a:spcPts val="0"/>
              </a:spcAft>
              <a:buClr>
                <a:schemeClr val="accent4"/>
              </a:buClr>
              <a:buSzPts val="800"/>
              <a:buNone/>
              <a:defRPr sz="800">
                <a:solidFill>
                  <a:schemeClr val="accent4"/>
                </a:solidFill>
              </a:defRPr>
            </a:lvl4pPr>
            <a:lvl5pPr lvl="4">
              <a:spcBef>
                <a:spcPts val="0"/>
              </a:spcBef>
              <a:spcAft>
                <a:spcPts val="0"/>
              </a:spcAft>
              <a:buClr>
                <a:schemeClr val="accent4"/>
              </a:buClr>
              <a:buSzPts val="800"/>
              <a:buNone/>
              <a:defRPr sz="800">
                <a:solidFill>
                  <a:schemeClr val="accent4"/>
                </a:solidFill>
              </a:defRPr>
            </a:lvl5pPr>
            <a:lvl6pPr lvl="5">
              <a:spcBef>
                <a:spcPts val="0"/>
              </a:spcBef>
              <a:spcAft>
                <a:spcPts val="0"/>
              </a:spcAft>
              <a:buClr>
                <a:schemeClr val="accent4"/>
              </a:buClr>
              <a:buSzPts val="800"/>
              <a:buNone/>
              <a:defRPr sz="800">
                <a:solidFill>
                  <a:schemeClr val="accent4"/>
                </a:solidFill>
              </a:defRPr>
            </a:lvl6pPr>
            <a:lvl7pPr lvl="6">
              <a:spcBef>
                <a:spcPts val="0"/>
              </a:spcBef>
              <a:spcAft>
                <a:spcPts val="0"/>
              </a:spcAft>
              <a:buClr>
                <a:schemeClr val="accent4"/>
              </a:buClr>
              <a:buSzPts val="800"/>
              <a:buNone/>
              <a:defRPr sz="800">
                <a:solidFill>
                  <a:schemeClr val="accent4"/>
                </a:solidFill>
              </a:defRPr>
            </a:lvl7pPr>
            <a:lvl8pPr lvl="7">
              <a:spcBef>
                <a:spcPts val="0"/>
              </a:spcBef>
              <a:spcAft>
                <a:spcPts val="0"/>
              </a:spcAft>
              <a:buClr>
                <a:schemeClr val="accent4"/>
              </a:buClr>
              <a:buSzPts val="800"/>
              <a:buNone/>
              <a:defRPr sz="800">
                <a:solidFill>
                  <a:schemeClr val="accent4"/>
                </a:solidFill>
              </a:defRPr>
            </a:lvl8pPr>
            <a:lvl9pPr lvl="8">
              <a:spcBef>
                <a:spcPts val="0"/>
              </a:spcBef>
              <a:spcAft>
                <a:spcPts val="0"/>
              </a:spcAft>
              <a:buClr>
                <a:schemeClr val="accent4"/>
              </a:buClr>
              <a:buSzPts val="800"/>
              <a:buNone/>
              <a:defRPr sz="800">
                <a:solidFill>
                  <a:schemeClr val="accent4"/>
                </a:solidFill>
              </a:defRPr>
            </a:lvl9pPr>
          </a:lstStyle>
          <a:p/>
        </p:txBody>
      </p:sp>
      <p:sp>
        <p:nvSpPr>
          <p:cNvPr id="129" name="Google Shape;129;p8"/>
          <p:cNvSpPr txBox="1"/>
          <p:nvPr>
            <p:ph idx="15" type="subTitle"/>
          </p:nvPr>
        </p:nvSpPr>
        <p:spPr>
          <a:xfrm>
            <a:off x="4618950" y="3840813"/>
            <a:ext cx="1147500" cy="427500"/>
          </a:xfrm>
          <a:prstGeom prst="rect">
            <a:avLst/>
          </a:prstGeom>
        </p:spPr>
        <p:txBody>
          <a:bodyPr anchorCtr="0" anchor="t" bIns="0" lIns="0" spcFirstLastPara="1" rIns="0" wrap="square" tIns="0">
            <a:noAutofit/>
          </a:bodyPr>
          <a:lstStyle>
            <a:lvl1pPr lvl="0">
              <a:spcBef>
                <a:spcPts val="0"/>
              </a:spcBef>
              <a:spcAft>
                <a:spcPts val="0"/>
              </a:spcAft>
              <a:buNone/>
              <a:defRPr sz="3000"/>
            </a:lvl1pPr>
            <a:lvl2pPr lvl="1">
              <a:spcBef>
                <a:spcPts val="0"/>
              </a:spcBef>
              <a:spcAft>
                <a:spcPts val="0"/>
              </a:spcAft>
              <a:buClr>
                <a:schemeClr val="accent4"/>
              </a:buClr>
              <a:buSzPts val="800"/>
              <a:buNone/>
              <a:defRPr sz="800">
                <a:solidFill>
                  <a:schemeClr val="accent4"/>
                </a:solidFill>
              </a:defRPr>
            </a:lvl2pPr>
            <a:lvl3pPr lvl="2">
              <a:spcBef>
                <a:spcPts val="0"/>
              </a:spcBef>
              <a:spcAft>
                <a:spcPts val="0"/>
              </a:spcAft>
              <a:buClr>
                <a:schemeClr val="accent4"/>
              </a:buClr>
              <a:buSzPts val="800"/>
              <a:buNone/>
              <a:defRPr sz="800">
                <a:solidFill>
                  <a:schemeClr val="accent4"/>
                </a:solidFill>
              </a:defRPr>
            </a:lvl3pPr>
            <a:lvl4pPr lvl="3">
              <a:spcBef>
                <a:spcPts val="0"/>
              </a:spcBef>
              <a:spcAft>
                <a:spcPts val="0"/>
              </a:spcAft>
              <a:buClr>
                <a:schemeClr val="accent4"/>
              </a:buClr>
              <a:buSzPts val="800"/>
              <a:buNone/>
              <a:defRPr sz="800">
                <a:solidFill>
                  <a:schemeClr val="accent4"/>
                </a:solidFill>
              </a:defRPr>
            </a:lvl4pPr>
            <a:lvl5pPr lvl="4">
              <a:spcBef>
                <a:spcPts val="0"/>
              </a:spcBef>
              <a:spcAft>
                <a:spcPts val="0"/>
              </a:spcAft>
              <a:buClr>
                <a:schemeClr val="accent4"/>
              </a:buClr>
              <a:buSzPts val="800"/>
              <a:buNone/>
              <a:defRPr sz="800">
                <a:solidFill>
                  <a:schemeClr val="accent4"/>
                </a:solidFill>
              </a:defRPr>
            </a:lvl5pPr>
            <a:lvl6pPr lvl="5">
              <a:spcBef>
                <a:spcPts val="0"/>
              </a:spcBef>
              <a:spcAft>
                <a:spcPts val="0"/>
              </a:spcAft>
              <a:buClr>
                <a:schemeClr val="accent4"/>
              </a:buClr>
              <a:buSzPts val="800"/>
              <a:buNone/>
              <a:defRPr sz="800">
                <a:solidFill>
                  <a:schemeClr val="accent4"/>
                </a:solidFill>
              </a:defRPr>
            </a:lvl6pPr>
            <a:lvl7pPr lvl="6">
              <a:spcBef>
                <a:spcPts val="0"/>
              </a:spcBef>
              <a:spcAft>
                <a:spcPts val="0"/>
              </a:spcAft>
              <a:buClr>
                <a:schemeClr val="accent4"/>
              </a:buClr>
              <a:buSzPts val="800"/>
              <a:buNone/>
              <a:defRPr sz="800">
                <a:solidFill>
                  <a:schemeClr val="accent4"/>
                </a:solidFill>
              </a:defRPr>
            </a:lvl7pPr>
            <a:lvl8pPr lvl="7">
              <a:spcBef>
                <a:spcPts val="0"/>
              </a:spcBef>
              <a:spcAft>
                <a:spcPts val="0"/>
              </a:spcAft>
              <a:buClr>
                <a:schemeClr val="accent4"/>
              </a:buClr>
              <a:buSzPts val="800"/>
              <a:buNone/>
              <a:defRPr sz="800">
                <a:solidFill>
                  <a:schemeClr val="accent4"/>
                </a:solidFill>
              </a:defRPr>
            </a:lvl8pPr>
            <a:lvl9pPr lvl="8">
              <a:spcBef>
                <a:spcPts val="0"/>
              </a:spcBef>
              <a:spcAft>
                <a:spcPts val="0"/>
              </a:spcAft>
              <a:buClr>
                <a:schemeClr val="accent4"/>
              </a:buClr>
              <a:buSzPts val="800"/>
              <a:buNone/>
              <a:defRPr sz="800">
                <a:solidFill>
                  <a:schemeClr val="accent4"/>
                </a:solidFill>
              </a:defRPr>
            </a:lvl9pPr>
          </a:lstStyle>
          <a:p/>
        </p:txBody>
      </p:sp>
      <p:sp>
        <p:nvSpPr>
          <p:cNvPr id="130" name="Google Shape;130;p8"/>
          <p:cNvSpPr txBox="1"/>
          <p:nvPr>
            <p:ph idx="16" type="subTitle"/>
          </p:nvPr>
        </p:nvSpPr>
        <p:spPr>
          <a:xfrm>
            <a:off x="4618950" y="4268190"/>
            <a:ext cx="1147500" cy="1746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Clr>
                <a:schemeClr val="accent4"/>
              </a:buClr>
              <a:buSzPts val="800"/>
              <a:buNone/>
              <a:defRPr sz="800">
                <a:solidFill>
                  <a:schemeClr val="accent4"/>
                </a:solidFill>
              </a:defRPr>
            </a:lvl2pPr>
            <a:lvl3pPr lvl="2">
              <a:spcBef>
                <a:spcPts val="0"/>
              </a:spcBef>
              <a:spcAft>
                <a:spcPts val="0"/>
              </a:spcAft>
              <a:buClr>
                <a:schemeClr val="accent4"/>
              </a:buClr>
              <a:buSzPts val="800"/>
              <a:buNone/>
              <a:defRPr sz="800">
                <a:solidFill>
                  <a:schemeClr val="accent4"/>
                </a:solidFill>
              </a:defRPr>
            </a:lvl3pPr>
            <a:lvl4pPr lvl="3">
              <a:spcBef>
                <a:spcPts val="0"/>
              </a:spcBef>
              <a:spcAft>
                <a:spcPts val="0"/>
              </a:spcAft>
              <a:buClr>
                <a:schemeClr val="accent4"/>
              </a:buClr>
              <a:buSzPts val="800"/>
              <a:buNone/>
              <a:defRPr sz="800">
                <a:solidFill>
                  <a:schemeClr val="accent4"/>
                </a:solidFill>
              </a:defRPr>
            </a:lvl4pPr>
            <a:lvl5pPr lvl="4">
              <a:spcBef>
                <a:spcPts val="0"/>
              </a:spcBef>
              <a:spcAft>
                <a:spcPts val="0"/>
              </a:spcAft>
              <a:buClr>
                <a:schemeClr val="accent4"/>
              </a:buClr>
              <a:buSzPts val="800"/>
              <a:buNone/>
              <a:defRPr sz="800">
                <a:solidFill>
                  <a:schemeClr val="accent4"/>
                </a:solidFill>
              </a:defRPr>
            </a:lvl5pPr>
            <a:lvl6pPr lvl="5">
              <a:spcBef>
                <a:spcPts val="0"/>
              </a:spcBef>
              <a:spcAft>
                <a:spcPts val="0"/>
              </a:spcAft>
              <a:buClr>
                <a:schemeClr val="accent4"/>
              </a:buClr>
              <a:buSzPts val="800"/>
              <a:buNone/>
              <a:defRPr sz="800">
                <a:solidFill>
                  <a:schemeClr val="accent4"/>
                </a:solidFill>
              </a:defRPr>
            </a:lvl6pPr>
            <a:lvl7pPr lvl="6">
              <a:spcBef>
                <a:spcPts val="0"/>
              </a:spcBef>
              <a:spcAft>
                <a:spcPts val="0"/>
              </a:spcAft>
              <a:buClr>
                <a:schemeClr val="accent4"/>
              </a:buClr>
              <a:buSzPts val="800"/>
              <a:buNone/>
              <a:defRPr sz="800">
                <a:solidFill>
                  <a:schemeClr val="accent4"/>
                </a:solidFill>
              </a:defRPr>
            </a:lvl7pPr>
            <a:lvl8pPr lvl="7">
              <a:spcBef>
                <a:spcPts val="0"/>
              </a:spcBef>
              <a:spcAft>
                <a:spcPts val="0"/>
              </a:spcAft>
              <a:buClr>
                <a:schemeClr val="accent4"/>
              </a:buClr>
              <a:buSzPts val="800"/>
              <a:buNone/>
              <a:defRPr sz="800">
                <a:solidFill>
                  <a:schemeClr val="accent4"/>
                </a:solidFill>
              </a:defRPr>
            </a:lvl8pPr>
            <a:lvl9pPr lvl="8">
              <a:spcBef>
                <a:spcPts val="0"/>
              </a:spcBef>
              <a:spcAft>
                <a:spcPts val="0"/>
              </a:spcAft>
              <a:buClr>
                <a:schemeClr val="accent4"/>
              </a:buClr>
              <a:buSzPts val="800"/>
              <a:buNone/>
              <a:defRPr sz="800">
                <a:solidFill>
                  <a:schemeClr val="accent4"/>
                </a:solidFill>
              </a:defRPr>
            </a:lvl9pPr>
          </a:lstStyle>
          <a:p/>
        </p:txBody>
      </p:sp>
      <p:sp>
        <p:nvSpPr>
          <p:cNvPr id="131" name="Google Shape;131;p8"/>
          <p:cNvSpPr txBox="1"/>
          <p:nvPr>
            <p:ph idx="17"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132" name="Google Shape;132;p8"/>
          <p:cNvSpPr txBox="1"/>
          <p:nvPr>
            <p:ph idx="18"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133" name="Google Shape;133;p8"/>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600">
              <a:solidFill>
                <a:schemeClr val="accent1"/>
              </a:solidFill>
              <a:latin typeface="Inter"/>
              <a:ea typeface="Inter"/>
              <a:cs typeface="Inter"/>
              <a:sym typeface="Inter"/>
            </a:endParaRPr>
          </a:p>
        </p:txBody>
      </p:sp>
      <p:sp>
        <p:nvSpPr>
          <p:cNvPr id="134" name="Google Shape;134;p8"/>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135" name="Google Shape;135;p8"/>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highlights">
  <p:cSld name="CUSTOM_2">
    <p:spTree>
      <p:nvGrpSpPr>
        <p:cNvPr id="136" name="Shape 136"/>
        <p:cNvGrpSpPr/>
        <p:nvPr/>
      </p:nvGrpSpPr>
      <p:grpSpPr>
        <a:xfrm>
          <a:off x="0" y="0"/>
          <a:ext cx="0" cy="0"/>
          <a:chOff x="0" y="0"/>
          <a:chExt cx="0" cy="0"/>
        </a:xfrm>
      </p:grpSpPr>
      <p:sp>
        <p:nvSpPr>
          <p:cNvPr id="137" name="Google Shape;137;p9"/>
          <p:cNvSpPr txBox="1"/>
          <p:nvPr>
            <p:ph idx="1" type="subTitle"/>
          </p:nvPr>
        </p:nvSpPr>
        <p:spPr>
          <a:xfrm>
            <a:off x="228600" y="1966725"/>
            <a:ext cx="2997300" cy="828900"/>
          </a:xfrm>
          <a:prstGeom prst="rect">
            <a:avLst/>
          </a:prstGeom>
        </p:spPr>
        <p:txBody>
          <a:bodyPr anchorCtr="0" anchor="ctr" bIns="0" lIns="182875" spcFirstLastPara="1" rIns="0" wrap="square" tIns="0">
            <a:noAutofit/>
          </a:bodyPr>
          <a:lstStyle>
            <a:lvl1pPr lvl="0">
              <a:spcBef>
                <a:spcPts val="0"/>
              </a:spcBef>
              <a:spcAft>
                <a:spcPts val="0"/>
              </a:spcAft>
              <a:buNone/>
              <a:defRPr sz="6000"/>
            </a:lvl1pPr>
            <a:lvl2pPr lvl="1">
              <a:spcBef>
                <a:spcPts val="0"/>
              </a:spcBef>
              <a:spcAft>
                <a:spcPts val="0"/>
              </a:spcAft>
              <a:buClr>
                <a:schemeClr val="dk2"/>
              </a:buClr>
              <a:buSzPts val="6000"/>
              <a:buNone/>
              <a:defRPr sz="6000"/>
            </a:lvl2pPr>
            <a:lvl3pPr lvl="2">
              <a:spcBef>
                <a:spcPts val="0"/>
              </a:spcBef>
              <a:spcAft>
                <a:spcPts val="0"/>
              </a:spcAft>
              <a:buClr>
                <a:schemeClr val="dk2"/>
              </a:buClr>
              <a:buSzPts val="6000"/>
              <a:buNone/>
              <a:defRPr sz="6000"/>
            </a:lvl3pPr>
            <a:lvl4pPr lvl="3">
              <a:spcBef>
                <a:spcPts val="0"/>
              </a:spcBef>
              <a:spcAft>
                <a:spcPts val="0"/>
              </a:spcAft>
              <a:buClr>
                <a:schemeClr val="dk2"/>
              </a:buClr>
              <a:buSzPts val="6000"/>
              <a:buNone/>
              <a:defRPr sz="6000"/>
            </a:lvl4pPr>
            <a:lvl5pPr lvl="4">
              <a:spcBef>
                <a:spcPts val="0"/>
              </a:spcBef>
              <a:spcAft>
                <a:spcPts val="0"/>
              </a:spcAft>
              <a:buClr>
                <a:schemeClr val="dk2"/>
              </a:buClr>
              <a:buSzPts val="6000"/>
              <a:buNone/>
              <a:defRPr sz="6000"/>
            </a:lvl5pPr>
            <a:lvl6pPr lvl="5">
              <a:spcBef>
                <a:spcPts val="0"/>
              </a:spcBef>
              <a:spcAft>
                <a:spcPts val="0"/>
              </a:spcAft>
              <a:buClr>
                <a:schemeClr val="dk2"/>
              </a:buClr>
              <a:buSzPts val="6000"/>
              <a:buNone/>
              <a:defRPr sz="6000"/>
            </a:lvl6pPr>
            <a:lvl7pPr lvl="6">
              <a:spcBef>
                <a:spcPts val="0"/>
              </a:spcBef>
              <a:spcAft>
                <a:spcPts val="0"/>
              </a:spcAft>
              <a:buClr>
                <a:schemeClr val="dk2"/>
              </a:buClr>
              <a:buSzPts val="6000"/>
              <a:buNone/>
              <a:defRPr sz="6000"/>
            </a:lvl7pPr>
            <a:lvl8pPr lvl="7">
              <a:spcBef>
                <a:spcPts val="0"/>
              </a:spcBef>
              <a:spcAft>
                <a:spcPts val="0"/>
              </a:spcAft>
              <a:buClr>
                <a:schemeClr val="dk2"/>
              </a:buClr>
              <a:buSzPts val="6000"/>
              <a:buNone/>
              <a:defRPr sz="6000"/>
            </a:lvl8pPr>
            <a:lvl9pPr lvl="8">
              <a:spcBef>
                <a:spcPts val="0"/>
              </a:spcBef>
              <a:spcAft>
                <a:spcPts val="0"/>
              </a:spcAft>
              <a:buClr>
                <a:schemeClr val="dk2"/>
              </a:buClr>
              <a:buSzPts val="6000"/>
              <a:buNone/>
              <a:defRPr sz="6000"/>
            </a:lvl9pPr>
          </a:lstStyle>
          <a:p/>
        </p:txBody>
      </p:sp>
      <p:sp>
        <p:nvSpPr>
          <p:cNvPr id="138" name="Google Shape;138;p9"/>
          <p:cNvSpPr txBox="1"/>
          <p:nvPr>
            <p:ph idx="2" type="subTitle"/>
          </p:nvPr>
        </p:nvSpPr>
        <p:spPr>
          <a:xfrm>
            <a:off x="228600" y="1611825"/>
            <a:ext cx="2834700" cy="354900"/>
          </a:xfrm>
          <a:prstGeom prst="rect">
            <a:avLst/>
          </a:prstGeom>
        </p:spPr>
        <p:txBody>
          <a:bodyPr anchorCtr="0" anchor="t" bIns="91425" lIns="182875" spcFirstLastPara="1" rIns="182875" wrap="square" tIns="182875">
            <a:noAutofit/>
          </a:bodyPr>
          <a:lstStyle>
            <a:lvl1pPr lvl="0">
              <a:spcBef>
                <a:spcPts val="0"/>
              </a:spcBef>
              <a:spcAft>
                <a:spcPts val="0"/>
              </a:spcAft>
              <a:buNone/>
              <a:defRPr sz="1000"/>
            </a:lvl1pPr>
            <a:lvl2pPr lvl="1">
              <a:spcBef>
                <a:spcPts val="0"/>
              </a:spcBef>
              <a:spcAft>
                <a:spcPts val="0"/>
              </a:spcAft>
              <a:buClr>
                <a:schemeClr val="dk2"/>
              </a:buClr>
              <a:buSzPts val="1200"/>
              <a:buNone/>
              <a:defRPr sz="1200"/>
            </a:lvl2pPr>
            <a:lvl3pPr lvl="2">
              <a:spcBef>
                <a:spcPts val="0"/>
              </a:spcBef>
              <a:spcAft>
                <a:spcPts val="0"/>
              </a:spcAft>
              <a:buClr>
                <a:schemeClr val="dk2"/>
              </a:buClr>
              <a:buSzPts val="1200"/>
              <a:buNone/>
              <a:defRPr sz="1200"/>
            </a:lvl3pPr>
            <a:lvl4pPr lvl="3">
              <a:spcBef>
                <a:spcPts val="0"/>
              </a:spcBef>
              <a:spcAft>
                <a:spcPts val="0"/>
              </a:spcAft>
              <a:buClr>
                <a:schemeClr val="dk2"/>
              </a:buClr>
              <a:buSzPts val="1200"/>
              <a:buNone/>
              <a:defRPr sz="1200"/>
            </a:lvl4pPr>
            <a:lvl5pPr lvl="4">
              <a:spcBef>
                <a:spcPts val="0"/>
              </a:spcBef>
              <a:spcAft>
                <a:spcPts val="0"/>
              </a:spcAft>
              <a:buClr>
                <a:schemeClr val="dk2"/>
              </a:buClr>
              <a:buSzPts val="1200"/>
              <a:buNone/>
              <a:defRPr sz="1200"/>
            </a:lvl5pPr>
            <a:lvl6pPr lvl="5">
              <a:spcBef>
                <a:spcPts val="0"/>
              </a:spcBef>
              <a:spcAft>
                <a:spcPts val="0"/>
              </a:spcAft>
              <a:buClr>
                <a:schemeClr val="dk2"/>
              </a:buClr>
              <a:buSzPts val="1200"/>
              <a:buNone/>
              <a:defRPr sz="1200"/>
            </a:lvl6pPr>
            <a:lvl7pPr lvl="6">
              <a:spcBef>
                <a:spcPts val="0"/>
              </a:spcBef>
              <a:spcAft>
                <a:spcPts val="0"/>
              </a:spcAft>
              <a:buClr>
                <a:schemeClr val="dk2"/>
              </a:buClr>
              <a:buSzPts val="1200"/>
              <a:buNone/>
              <a:defRPr sz="1200"/>
            </a:lvl7pPr>
            <a:lvl8pPr lvl="7">
              <a:spcBef>
                <a:spcPts val="0"/>
              </a:spcBef>
              <a:spcAft>
                <a:spcPts val="0"/>
              </a:spcAft>
              <a:buClr>
                <a:schemeClr val="dk2"/>
              </a:buClr>
              <a:buSzPts val="1200"/>
              <a:buNone/>
              <a:defRPr sz="1200"/>
            </a:lvl8pPr>
            <a:lvl9pPr lvl="8">
              <a:spcBef>
                <a:spcPts val="0"/>
              </a:spcBef>
              <a:spcAft>
                <a:spcPts val="0"/>
              </a:spcAft>
              <a:buClr>
                <a:schemeClr val="dk2"/>
              </a:buClr>
              <a:buSzPts val="1200"/>
              <a:buNone/>
              <a:defRPr sz="1200"/>
            </a:lvl9pPr>
          </a:lstStyle>
          <a:p/>
        </p:txBody>
      </p:sp>
      <p:sp>
        <p:nvSpPr>
          <p:cNvPr id="139" name="Google Shape;139;p9"/>
          <p:cNvSpPr txBox="1"/>
          <p:nvPr>
            <p:ph idx="3" type="subTitle"/>
          </p:nvPr>
        </p:nvSpPr>
        <p:spPr>
          <a:xfrm>
            <a:off x="228600" y="2876550"/>
            <a:ext cx="1974900" cy="170700"/>
          </a:xfrm>
          <a:prstGeom prst="rect">
            <a:avLst/>
          </a:prstGeom>
        </p:spPr>
        <p:txBody>
          <a:bodyPr anchorCtr="0" anchor="t" bIns="0" lIns="182875" spcFirstLastPara="1" rIns="0" wrap="square" tIns="0">
            <a:noAutofit/>
          </a:bodyPr>
          <a:lstStyle>
            <a:lvl1pPr lvl="0">
              <a:spcBef>
                <a:spcPts val="0"/>
              </a:spcBef>
              <a:spcAft>
                <a:spcPts val="0"/>
              </a:spcAft>
              <a:buNone/>
              <a:defRPr sz="1800"/>
            </a:lvl1pPr>
            <a:lvl2pPr lvl="1">
              <a:spcBef>
                <a:spcPts val="0"/>
              </a:spcBef>
              <a:spcAft>
                <a:spcPts val="0"/>
              </a:spcAft>
              <a:buSzPts val="1200"/>
              <a:buFont typeface="Inter"/>
              <a:buNone/>
              <a:defRPr sz="1200"/>
            </a:lvl2pPr>
            <a:lvl3pPr lvl="2">
              <a:spcBef>
                <a:spcPts val="0"/>
              </a:spcBef>
              <a:spcAft>
                <a:spcPts val="0"/>
              </a:spcAft>
              <a:buSzPts val="1200"/>
              <a:buFont typeface="Inter"/>
              <a:buNone/>
              <a:defRPr sz="1200"/>
            </a:lvl3pPr>
            <a:lvl4pPr lvl="3">
              <a:spcBef>
                <a:spcPts val="0"/>
              </a:spcBef>
              <a:spcAft>
                <a:spcPts val="0"/>
              </a:spcAft>
              <a:buSzPts val="1200"/>
              <a:buFont typeface="Inter"/>
              <a:buNone/>
              <a:defRPr sz="1200"/>
            </a:lvl4pPr>
            <a:lvl5pPr lvl="4">
              <a:spcBef>
                <a:spcPts val="0"/>
              </a:spcBef>
              <a:spcAft>
                <a:spcPts val="0"/>
              </a:spcAft>
              <a:buSzPts val="1200"/>
              <a:buFont typeface="Inter"/>
              <a:buNone/>
              <a:defRPr sz="1200"/>
            </a:lvl5pPr>
            <a:lvl6pPr lvl="5">
              <a:spcBef>
                <a:spcPts val="0"/>
              </a:spcBef>
              <a:spcAft>
                <a:spcPts val="0"/>
              </a:spcAft>
              <a:buSzPts val="1200"/>
              <a:buFont typeface="Inter"/>
              <a:buNone/>
              <a:defRPr sz="1200"/>
            </a:lvl6pPr>
            <a:lvl7pPr lvl="6">
              <a:spcBef>
                <a:spcPts val="0"/>
              </a:spcBef>
              <a:spcAft>
                <a:spcPts val="0"/>
              </a:spcAft>
              <a:buSzPts val="1200"/>
              <a:buFont typeface="Inter"/>
              <a:buNone/>
              <a:defRPr sz="1200"/>
            </a:lvl7pPr>
            <a:lvl8pPr lvl="7">
              <a:spcBef>
                <a:spcPts val="0"/>
              </a:spcBef>
              <a:spcAft>
                <a:spcPts val="0"/>
              </a:spcAft>
              <a:buSzPts val="1200"/>
              <a:buFont typeface="Inter"/>
              <a:buNone/>
              <a:defRPr sz="1200"/>
            </a:lvl8pPr>
            <a:lvl9pPr lvl="8">
              <a:spcBef>
                <a:spcPts val="0"/>
              </a:spcBef>
              <a:spcAft>
                <a:spcPts val="0"/>
              </a:spcAft>
              <a:buSzPts val="1200"/>
              <a:buFont typeface="Inter"/>
              <a:buNone/>
              <a:defRPr sz="1200"/>
            </a:lvl9pPr>
          </a:lstStyle>
          <a:p/>
        </p:txBody>
      </p:sp>
      <p:sp>
        <p:nvSpPr>
          <p:cNvPr id="140" name="Google Shape;140;p9"/>
          <p:cNvSpPr txBox="1"/>
          <p:nvPr>
            <p:ph idx="4" type="subTitle"/>
          </p:nvPr>
        </p:nvSpPr>
        <p:spPr>
          <a:xfrm>
            <a:off x="228600" y="3158550"/>
            <a:ext cx="1974900" cy="170700"/>
          </a:xfrm>
          <a:prstGeom prst="rect">
            <a:avLst/>
          </a:prstGeom>
        </p:spPr>
        <p:txBody>
          <a:bodyPr anchorCtr="0" anchor="t" bIns="0" lIns="182875" spcFirstLastPara="1" rIns="0" wrap="square" tIns="0">
            <a:noAutofit/>
          </a:bodyPr>
          <a:lstStyle>
            <a:lvl1pPr lvl="0">
              <a:spcBef>
                <a:spcPts val="0"/>
              </a:spcBef>
              <a:spcAft>
                <a:spcPts val="0"/>
              </a:spcAft>
              <a:buNone/>
              <a:defRPr sz="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41" name="Google Shape;141;p9"/>
          <p:cNvSpPr txBox="1"/>
          <p:nvPr>
            <p:ph idx="5" type="body"/>
          </p:nvPr>
        </p:nvSpPr>
        <p:spPr>
          <a:xfrm>
            <a:off x="6813900" y="1611825"/>
            <a:ext cx="2101500" cy="1632000"/>
          </a:xfrm>
          <a:prstGeom prst="rect">
            <a:avLst/>
          </a:prstGeom>
        </p:spPr>
        <p:txBody>
          <a:bodyPr anchorCtr="0" anchor="t" bIns="0" lIns="0" spcFirstLastPara="1" rIns="182875" wrap="square" tIns="0">
            <a:noAutofit/>
          </a:bodyPr>
          <a:lstStyle>
            <a:lvl1pPr indent="-292100" lvl="0" marL="457200">
              <a:lnSpc>
                <a:spcPct val="100000"/>
              </a:lnSpc>
              <a:spcBef>
                <a:spcPts val="0"/>
              </a:spcBef>
              <a:spcAft>
                <a:spcPts val="0"/>
              </a:spcAft>
              <a:buClr>
                <a:schemeClr val="dk2"/>
              </a:buClr>
              <a:buSzPts val="1000"/>
              <a:buChar char="●"/>
              <a:defRPr sz="1000">
                <a:solidFill>
                  <a:schemeClr val="dk2"/>
                </a:solidFill>
              </a:defRPr>
            </a:lvl1pPr>
            <a:lvl2pPr indent="-292100" lvl="1" marL="914400">
              <a:lnSpc>
                <a:spcPct val="100000"/>
              </a:lnSpc>
              <a:spcBef>
                <a:spcPts val="0"/>
              </a:spcBef>
              <a:spcAft>
                <a:spcPts val="0"/>
              </a:spcAft>
              <a:buClr>
                <a:schemeClr val="dk2"/>
              </a:buClr>
              <a:buSzPts val="1000"/>
              <a:buChar char="○"/>
              <a:defRPr sz="1000">
                <a:solidFill>
                  <a:schemeClr val="dk2"/>
                </a:solidFill>
              </a:defRPr>
            </a:lvl2pPr>
            <a:lvl3pPr indent="-292100" lvl="2" marL="1371600">
              <a:lnSpc>
                <a:spcPct val="100000"/>
              </a:lnSpc>
              <a:spcBef>
                <a:spcPts val="0"/>
              </a:spcBef>
              <a:spcAft>
                <a:spcPts val="0"/>
              </a:spcAft>
              <a:buClr>
                <a:schemeClr val="dk2"/>
              </a:buClr>
              <a:buSzPts val="1000"/>
              <a:buChar char="■"/>
              <a:defRPr sz="1000">
                <a:solidFill>
                  <a:schemeClr val="dk2"/>
                </a:solidFill>
              </a:defRPr>
            </a:lvl3pPr>
            <a:lvl4pPr indent="-292100" lvl="3" marL="1828800">
              <a:lnSpc>
                <a:spcPct val="100000"/>
              </a:lnSpc>
              <a:spcBef>
                <a:spcPts val="0"/>
              </a:spcBef>
              <a:spcAft>
                <a:spcPts val="0"/>
              </a:spcAft>
              <a:buClr>
                <a:schemeClr val="dk2"/>
              </a:buClr>
              <a:buSzPts val="1000"/>
              <a:buChar char="●"/>
              <a:defRPr sz="1000">
                <a:solidFill>
                  <a:schemeClr val="dk2"/>
                </a:solidFill>
              </a:defRPr>
            </a:lvl4pPr>
            <a:lvl5pPr indent="-292100" lvl="4" marL="2286000">
              <a:lnSpc>
                <a:spcPct val="100000"/>
              </a:lnSpc>
              <a:spcBef>
                <a:spcPts val="0"/>
              </a:spcBef>
              <a:spcAft>
                <a:spcPts val="0"/>
              </a:spcAft>
              <a:buClr>
                <a:schemeClr val="dk2"/>
              </a:buClr>
              <a:buSzPts val="1000"/>
              <a:buChar char="○"/>
              <a:defRPr sz="1000">
                <a:solidFill>
                  <a:schemeClr val="dk2"/>
                </a:solidFill>
              </a:defRPr>
            </a:lvl5pPr>
            <a:lvl6pPr indent="-292100" lvl="5" marL="2743200">
              <a:lnSpc>
                <a:spcPct val="100000"/>
              </a:lnSpc>
              <a:spcBef>
                <a:spcPts val="0"/>
              </a:spcBef>
              <a:spcAft>
                <a:spcPts val="0"/>
              </a:spcAft>
              <a:buClr>
                <a:schemeClr val="dk2"/>
              </a:buClr>
              <a:buSzPts val="1000"/>
              <a:buChar char="■"/>
              <a:defRPr sz="1000">
                <a:solidFill>
                  <a:schemeClr val="dk2"/>
                </a:solidFill>
              </a:defRPr>
            </a:lvl6pPr>
            <a:lvl7pPr indent="-292100" lvl="6" marL="3200400">
              <a:lnSpc>
                <a:spcPct val="100000"/>
              </a:lnSpc>
              <a:spcBef>
                <a:spcPts val="0"/>
              </a:spcBef>
              <a:spcAft>
                <a:spcPts val="0"/>
              </a:spcAft>
              <a:buClr>
                <a:schemeClr val="dk2"/>
              </a:buClr>
              <a:buSzPts val="1000"/>
              <a:buChar char="●"/>
              <a:defRPr sz="1000">
                <a:solidFill>
                  <a:schemeClr val="dk2"/>
                </a:solidFill>
              </a:defRPr>
            </a:lvl7pPr>
            <a:lvl8pPr indent="-292100" lvl="7" marL="3657600">
              <a:lnSpc>
                <a:spcPct val="100000"/>
              </a:lnSpc>
              <a:spcBef>
                <a:spcPts val="0"/>
              </a:spcBef>
              <a:spcAft>
                <a:spcPts val="0"/>
              </a:spcAft>
              <a:buClr>
                <a:schemeClr val="dk2"/>
              </a:buClr>
              <a:buSzPts val="1000"/>
              <a:buChar char="○"/>
              <a:defRPr sz="1000">
                <a:solidFill>
                  <a:schemeClr val="dk2"/>
                </a:solidFill>
              </a:defRPr>
            </a:lvl8pPr>
            <a:lvl9pPr indent="-292100" lvl="8" marL="4114800">
              <a:lnSpc>
                <a:spcPct val="100000"/>
              </a:lnSpc>
              <a:spcBef>
                <a:spcPts val="0"/>
              </a:spcBef>
              <a:spcAft>
                <a:spcPts val="0"/>
              </a:spcAft>
              <a:buClr>
                <a:schemeClr val="dk2"/>
              </a:buClr>
              <a:buSzPts val="1000"/>
              <a:buChar char="■"/>
              <a:defRPr sz="1000">
                <a:solidFill>
                  <a:schemeClr val="dk2"/>
                </a:solidFill>
              </a:defRPr>
            </a:lvl9pPr>
          </a:lstStyle>
          <a:p/>
        </p:txBody>
      </p:sp>
      <p:sp>
        <p:nvSpPr>
          <p:cNvPr id="142" name="Google Shape;142;p9"/>
          <p:cNvSpPr txBox="1"/>
          <p:nvPr>
            <p:ph idx="6" type="subTitle"/>
          </p:nvPr>
        </p:nvSpPr>
        <p:spPr>
          <a:xfrm>
            <a:off x="2329800" y="3937425"/>
            <a:ext cx="1974900" cy="416100"/>
          </a:xfrm>
          <a:prstGeom prst="rect">
            <a:avLst/>
          </a:prstGeom>
        </p:spPr>
        <p:txBody>
          <a:bodyPr anchorCtr="0" anchor="t" bIns="0" lIns="0" spcFirstLastPara="1" rIns="0" wrap="square" tIns="0">
            <a:noAutofit/>
          </a:bodyPr>
          <a:lstStyle>
            <a:lvl1pPr lvl="0">
              <a:spcBef>
                <a:spcPts val="0"/>
              </a:spcBef>
              <a:spcAft>
                <a:spcPts val="0"/>
              </a:spcAft>
              <a:buNone/>
              <a:defRPr sz="30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43" name="Google Shape;143;p9"/>
          <p:cNvSpPr txBox="1"/>
          <p:nvPr>
            <p:ph idx="7" type="subTitle"/>
          </p:nvPr>
        </p:nvSpPr>
        <p:spPr>
          <a:xfrm>
            <a:off x="2329800" y="4382000"/>
            <a:ext cx="1974900" cy="170700"/>
          </a:xfrm>
          <a:prstGeom prst="rect">
            <a:avLst/>
          </a:prstGeom>
        </p:spPr>
        <p:txBody>
          <a:bodyPr anchorCtr="0" anchor="t" bIns="0" lIns="0" spcFirstLastPara="1" rIns="0" wrap="square" tIns="0">
            <a:noAutofit/>
          </a:bodyPr>
          <a:lstStyle>
            <a:lvl1pPr lvl="0" algn="l">
              <a:spcBef>
                <a:spcPts val="0"/>
              </a:spcBef>
              <a:spcAft>
                <a:spcPts val="0"/>
              </a:spcAft>
              <a:buNone/>
              <a:defRPr sz="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44" name="Google Shape;144;p9"/>
          <p:cNvSpPr txBox="1"/>
          <p:nvPr>
            <p:ph idx="8" type="subTitle"/>
          </p:nvPr>
        </p:nvSpPr>
        <p:spPr>
          <a:xfrm>
            <a:off x="228600" y="3677848"/>
            <a:ext cx="1974900" cy="170700"/>
          </a:xfrm>
          <a:prstGeom prst="rect">
            <a:avLst/>
          </a:prstGeom>
        </p:spPr>
        <p:txBody>
          <a:bodyPr anchorCtr="0" anchor="t" bIns="0" lIns="0" spcFirstLastPara="1" rIns="0" wrap="square" tIns="0">
            <a:noAutofit/>
          </a:bodyPr>
          <a:lstStyle>
            <a:lvl1pPr lvl="0">
              <a:spcBef>
                <a:spcPts val="0"/>
              </a:spcBef>
              <a:spcAft>
                <a:spcPts val="0"/>
              </a:spcAft>
              <a:buNone/>
              <a:defRPr sz="1400">
                <a:solidFill>
                  <a:schemeClr val="accent3"/>
                </a:solidFill>
                <a:latin typeface="Afacad Flux SemiBold"/>
                <a:ea typeface="Afacad Flux SemiBold"/>
                <a:cs typeface="Afacad Flux SemiBold"/>
                <a:sym typeface="Afacad Flux SemiBold"/>
              </a:defRPr>
            </a:lvl1pPr>
            <a:lvl2pPr lvl="1">
              <a:spcBef>
                <a:spcPts val="0"/>
              </a:spcBef>
              <a:spcAft>
                <a:spcPts val="0"/>
              </a:spcAft>
              <a:buClr>
                <a:schemeClr val="accent3"/>
              </a:buClr>
              <a:buSzPts val="1200"/>
              <a:buFont typeface="Inter"/>
              <a:buNone/>
              <a:defRPr sz="1200">
                <a:solidFill>
                  <a:schemeClr val="accent3"/>
                </a:solidFill>
              </a:defRPr>
            </a:lvl2pPr>
            <a:lvl3pPr lvl="2">
              <a:spcBef>
                <a:spcPts val="0"/>
              </a:spcBef>
              <a:spcAft>
                <a:spcPts val="0"/>
              </a:spcAft>
              <a:buClr>
                <a:schemeClr val="accent3"/>
              </a:buClr>
              <a:buSzPts val="1200"/>
              <a:buFont typeface="Inter"/>
              <a:buNone/>
              <a:defRPr sz="1200">
                <a:solidFill>
                  <a:schemeClr val="accent3"/>
                </a:solidFill>
              </a:defRPr>
            </a:lvl3pPr>
            <a:lvl4pPr lvl="3">
              <a:spcBef>
                <a:spcPts val="0"/>
              </a:spcBef>
              <a:spcAft>
                <a:spcPts val="0"/>
              </a:spcAft>
              <a:buClr>
                <a:schemeClr val="accent3"/>
              </a:buClr>
              <a:buSzPts val="1200"/>
              <a:buFont typeface="Inter"/>
              <a:buNone/>
              <a:defRPr sz="1200">
                <a:solidFill>
                  <a:schemeClr val="accent3"/>
                </a:solidFill>
              </a:defRPr>
            </a:lvl4pPr>
            <a:lvl5pPr lvl="4">
              <a:spcBef>
                <a:spcPts val="0"/>
              </a:spcBef>
              <a:spcAft>
                <a:spcPts val="0"/>
              </a:spcAft>
              <a:buClr>
                <a:schemeClr val="accent3"/>
              </a:buClr>
              <a:buSzPts val="1200"/>
              <a:buFont typeface="Inter"/>
              <a:buNone/>
              <a:defRPr sz="1200">
                <a:solidFill>
                  <a:schemeClr val="accent3"/>
                </a:solidFill>
              </a:defRPr>
            </a:lvl5pPr>
            <a:lvl6pPr lvl="5">
              <a:spcBef>
                <a:spcPts val="0"/>
              </a:spcBef>
              <a:spcAft>
                <a:spcPts val="0"/>
              </a:spcAft>
              <a:buClr>
                <a:schemeClr val="accent3"/>
              </a:buClr>
              <a:buSzPts val="1200"/>
              <a:buFont typeface="Inter"/>
              <a:buNone/>
              <a:defRPr sz="1200">
                <a:solidFill>
                  <a:schemeClr val="accent3"/>
                </a:solidFill>
              </a:defRPr>
            </a:lvl6pPr>
            <a:lvl7pPr lvl="6">
              <a:spcBef>
                <a:spcPts val="0"/>
              </a:spcBef>
              <a:spcAft>
                <a:spcPts val="0"/>
              </a:spcAft>
              <a:buClr>
                <a:schemeClr val="accent3"/>
              </a:buClr>
              <a:buSzPts val="1200"/>
              <a:buFont typeface="Inter"/>
              <a:buNone/>
              <a:defRPr sz="1200">
                <a:solidFill>
                  <a:schemeClr val="accent3"/>
                </a:solidFill>
              </a:defRPr>
            </a:lvl7pPr>
            <a:lvl8pPr lvl="7">
              <a:spcBef>
                <a:spcPts val="0"/>
              </a:spcBef>
              <a:spcAft>
                <a:spcPts val="0"/>
              </a:spcAft>
              <a:buClr>
                <a:schemeClr val="accent3"/>
              </a:buClr>
              <a:buSzPts val="1200"/>
              <a:buFont typeface="Inter"/>
              <a:buNone/>
              <a:defRPr sz="1200">
                <a:solidFill>
                  <a:schemeClr val="accent3"/>
                </a:solidFill>
              </a:defRPr>
            </a:lvl8pPr>
            <a:lvl9pPr lvl="8">
              <a:spcBef>
                <a:spcPts val="0"/>
              </a:spcBef>
              <a:spcAft>
                <a:spcPts val="0"/>
              </a:spcAft>
              <a:buClr>
                <a:schemeClr val="accent3"/>
              </a:buClr>
              <a:buSzPts val="1200"/>
              <a:buFont typeface="Inter"/>
              <a:buNone/>
              <a:defRPr sz="1200">
                <a:solidFill>
                  <a:schemeClr val="accent3"/>
                </a:solidFill>
              </a:defRPr>
            </a:lvl9pPr>
          </a:lstStyle>
          <a:p/>
        </p:txBody>
      </p:sp>
      <p:sp>
        <p:nvSpPr>
          <p:cNvPr id="145" name="Google Shape;145;p9"/>
          <p:cNvSpPr txBox="1"/>
          <p:nvPr>
            <p:ph idx="9" type="subTitle"/>
          </p:nvPr>
        </p:nvSpPr>
        <p:spPr>
          <a:xfrm>
            <a:off x="228600" y="3937425"/>
            <a:ext cx="1974900" cy="416100"/>
          </a:xfrm>
          <a:prstGeom prst="rect">
            <a:avLst/>
          </a:prstGeom>
        </p:spPr>
        <p:txBody>
          <a:bodyPr anchorCtr="0" anchor="t" bIns="0" lIns="0" spcFirstLastPara="1" rIns="0" wrap="square" tIns="0">
            <a:noAutofit/>
          </a:bodyPr>
          <a:lstStyle>
            <a:lvl1pPr lvl="0">
              <a:spcBef>
                <a:spcPts val="0"/>
              </a:spcBef>
              <a:spcAft>
                <a:spcPts val="0"/>
              </a:spcAft>
              <a:buNone/>
              <a:defRPr sz="30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46" name="Google Shape;146;p9"/>
          <p:cNvSpPr txBox="1"/>
          <p:nvPr>
            <p:ph idx="13" type="subTitle"/>
          </p:nvPr>
        </p:nvSpPr>
        <p:spPr>
          <a:xfrm>
            <a:off x="228600" y="4382000"/>
            <a:ext cx="1974900" cy="1707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47" name="Google Shape;147;p9"/>
          <p:cNvSpPr txBox="1"/>
          <p:nvPr>
            <p:ph idx="14" type="subTitle"/>
          </p:nvPr>
        </p:nvSpPr>
        <p:spPr>
          <a:xfrm>
            <a:off x="4328100" y="3937425"/>
            <a:ext cx="1974900" cy="416100"/>
          </a:xfrm>
          <a:prstGeom prst="rect">
            <a:avLst/>
          </a:prstGeom>
        </p:spPr>
        <p:txBody>
          <a:bodyPr anchorCtr="0" anchor="t" bIns="0" lIns="0" spcFirstLastPara="1" rIns="0" wrap="square" tIns="0">
            <a:noAutofit/>
          </a:bodyPr>
          <a:lstStyle>
            <a:lvl1pPr lvl="0">
              <a:spcBef>
                <a:spcPts val="0"/>
              </a:spcBef>
              <a:spcAft>
                <a:spcPts val="0"/>
              </a:spcAft>
              <a:buNone/>
              <a:defRPr sz="30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48" name="Google Shape;148;p9"/>
          <p:cNvSpPr txBox="1"/>
          <p:nvPr>
            <p:ph idx="15" type="subTitle"/>
          </p:nvPr>
        </p:nvSpPr>
        <p:spPr>
          <a:xfrm>
            <a:off x="4328100" y="4382000"/>
            <a:ext cx="1974900" cy="1707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149" name="Google Shape;149;p9"/>
          <p:cNvSpPr txBox="1"/>
          <p:nvPr>
            <p:ph idx="16" type="subTitle"/>
          </p:nvPr>
        </p:nvSpPr>
        <p:spPr>
          <a:xfrm>
            <a:off x="6720000" y="3848538"/>
            <a:ext cx="1974900" cy="416100"/>
          </a:xfrm>
          <a:prstGeom prst="rect">
            <a:avLst/>
          </a:prstGeom>
        </p:spPr>
        <p:txBody>
          <a:bodyPr anchorCtr="0" anchor="t" bIns="0" lIns="0" spcFirstLastPara="1" rIns="0" wrap="square" tIns="0">
            <a:noAutofit/>
          </a:bodyPr>
          <a:lstStyle>
            <a:lvl1pPr lvl="0">
              <a:spcBef>
                <a:spcPts val="0"/>
              </a:spcBef>
              <a:spcAft>
                <a:spcPts val="0"/>
              </a:spcAft>
              <a:buNone/>
              <a:defRPr sz="3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9pPr>
          </a:lstStyle>
          <a:p/>
        </p:txBody>
      </p:sp>
      <p:sp>
        <p:nvSpPr>
          <p:cNvPr id="150" name="Google Shape;150;p9"/>
          <p:cNvSpPr txBox="1"/>
          <p:nvPr>
            <p:ph idx="17" type="subTitle"/>
          </p:nvPr>
        </p:nvSpPr>
        <p:spPr>
          <a:xfrm>
            <a:off x="6720000" y="4382000"/>
            <a:ext cx="1974900" cy="170700"/>
          </a:xfrm>
          <a:prstGeom prst="rect">
            <a:avLst/>
          </a:prstGeom>
        </p:spPr>
        <p:txBody>
          <a:bodyPr anchorCtr="0" anchor="t" bIns="0" lIns="0" spcFirstLastPara="1" rIns="0" wrap="square" tIns="0">
            <a:noAutofit/>
          </a:bodyPr>
          <a:lstStyle>
            <a:lvl1pPr lvl="0">
              <a:spcBef>
                <a:spcPts val="0"/>
              </a:spcBef>
              <a:spcAft>
                <a:spcPts val="0"/>
              </a:spcAft>
              <a:buNone/>
              <a:defRPr sz="8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200"/>
              <a:buFont typeface="Inter SemiBold"/>
              <a:buNone/>
              <a:defRPr sz="1200">
                <a:solidFill>
                  <a:schemeClr val="accent3"/>
                </a:solidFill>
                <a:latin typeface="Inter SemiBold"/>
                <a:ea typeface="Inter SemiBold"/>
                <a:cs typeface="Inter SemiBold"/>
                <a:sym typeface="Inter SemiBold"/>
              </a:defRPr>
            </a:lvl9pPr>
          </a:lstStyle>
          <a:p/>
        </p:txBody>
      </p:sp>
      <p:sp>
        <p:nvSpPr>
          <p:cNvPr id="151" name="Google Shape;151;p9"/>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latin typeface="Afacad Flux SemiBold"/>
                <a:ea typeface="Afacad Flux SemiBold"/>
                <a:cs typeface="Afacad Flux SemiBold"/>
                <a:sym typeface="Afacad Flux SemiBold"/>
              </a:defRPr>
            </a:lvl1pPr>
            <a:lvl2pPr lvl="1">
              <a:lnSpc>
                <a:spcPct val="70000"/>
              </a:lnSpc>
              <a:spcBef>
                <a:spcPts val="0"/>
              </a:spcBef>
              <a:spcAft>
                <a:spcPts val="0"/>
              </a:spcAft>
              <a:buNone/>
              <a:defRPr b="0">
                <a:latin typeface="Afacad Flux SemiBold"/>
                <a:ea typeface="Afacad Flux SemiBold"/>
                <a:cs typeface="Afacad Flux SemiBold"/>
                <a:sym typeface="Afacad Flux SemiBold"/>
              </a:defRPr>
            </a:lvl2pPr>
            <a:lvl3pPr lvl="2">
              <a:lnSpc>
                <a:spcPct val="70000"/>
              </a:lnSpc>
              <a:spcBef>
                <a:spcPts val="0"/>
              </a:spcBef>
              <a:spcAft>
                <a:spcPts val="0"/>
              </a:spcAft>
              <a:buNone/>
              <a:defRPr b="0">
                <a:latin typeface="Afacad Flux SemiBold"/>
                <a:ea typeface="Afacad Flux SemiBold"/>
                <a:cs typeface="Afacad Flux SemiBold"/>
                <a:sym typeface="Afacad Flux SemiBold"/>
              </a:defRPr>
            </a:lvl3pPr>
            <a:lvl4pPr lvl="3">
              <a:lnSpc>
                <a:spcPct val="70000"/>
              </a:lnSpc>
              <a:spcBef>
                <a:spcPts val="0"/>
              </a:spcBef>
              <a:spcAft>
                <a:spcPts val="0"/>
              </a:spcAft>
              <a:buNone/>
              <a:defRPr b="0">
                <a:latin typeface="Afacad Flux SemiBold"/>
                <a:ea typeface="Afacad Flux SemiBold"/>
                <a:cs typeface="Afacad Flux SemiBold"/>
                <a:sym typeface="Afacad Flux SemiBold"/>
              </a:defRPr>
            </a:lvl4pPr>
            <a:lvl5pPr lvl="4">
              <a:lnSpc>
                <a:spcPct val="70000"/>
              </a:lnSpc>
              <a:spcBef>
                <a:spcPts val="0"/>
              </a:spcBef>
              <a:spcAft>
                <a:spcPts val="0"/>
              </a:spcAft>
              <a:buNone/>
              <a:defRPr b="0">
                <a:latin typeface="Afacad Flux SemiBold"/>
                <a:ea typeface="Afacad Flux SemiBold"/>
                <a:cs typeface="Afacad Flux SemiBold"/>
                <a:sym typeface="Afacad Flux SemiBold"/>
              </a:defRPr>
            </a:lvl5pPr>
            <a:lvl6pPr lvl="5">
              <a:lnSpc>
                <a:spcPct val="70000"/>
              </a:lnSpc>
              <a:spcBef>
                <a:spcPts val="0"/>
              </a:spcBef>
              <a:spcAft>
                <a:spcPts val="0"/>
              </a:spcAft>
              <a:buNone/>
              <a:defRPr b="0">
                <a:latin typeface="Afacad Flux SemiBold"/>
                <a:ea typeface="Afacad Flux SemiBold"/>
                <a:cs typeface="Afacad Flux SemiBold"/>
                <a:sym typeface="Afacad Flux SemiBold"/>
              </a:defRPr>
            </a:lvl6pPr>
            <a:lvl7pPr lvl="6">
              <a:lnSpc>
                <a:spcPct val="70000"/>
              </a:lnSpc>
              <a:spcBef>
                <a:spcPts val="0"/>
              </a:spcBef>
              <a:spcAft>
                <a:spcPts val="0"/>
              </a:spcAft>
              <a:buNone/>
              <a:defRPr b="0">
                <a:latin typeface="Afacad Flux SemiBold"/>
                <a:ea typeface="Afacad Flux SemiBold"/>
                <a:cs typeface="Afacad Flux SemiBold"/>
                <a:sym typeface="Afacad Flux SemiBold"/>
              </a:defRPr>
            </a:lvl7pPr>
            <a:lvl8pPr lvl="7">
              <a:lnSpc>
                <a:spcPct val="70000"/>
              </a:lnSpc>
              <a:spcBef>
                <a:spcPts val="0"/>
              </a:spcBef>
              <a:spcAft>
                <a:spcPts val="0"/>
              </a:spcAft>
              <a:buNone/>
              <a:defRPr b="0">
                <a:latin typeface="Afacad Flux SemiBold"/>
                <a:ea typeface="Afacad Flux SemiBold"/>
                <a:cs typeface="Afacad Flux SemiBold"/>
                <a:sym typeface="Afacad Flux SemiBold"/>
              </a:defRPr>
            </a:lvl8pPr>
            <a:lvl9pPr lvl="8">
              <a:lnSpc>
                <a:spcPct val="70000"/>
              </a:lnSpc>
              <a:spcBef>
                <a:spcPts val="0"/>
              </a:spcBef>
              <a:spcAft>
                <a:spcPts val="0"/>
              </a:spcAft>
              <a:buNone/>
              <a:defRPr b="0">
                <a:latin typeface="Afacad Flux SemiBold"/>
                <a:ea typeface="Afacad Flux SemiBold"/>
                <a:cs typeface="Afacad Flux SemiBold"/>
                <a:sym typeface="Afacad Flux SemiBold"/>
              </a:defRPr>
            </a:lvl9pPr>
          </a:lstStyle>
          <a:p/>
        </p:txBody>
      </p:sp>
      <p:sp>
        <p:nvSpPr>
          <p:cNvPr id="152" name="Google Shape;152;p9"/>
          <p:cNvSpPr txBox="1"/>
          <p:nvPr>
            <p:ph idx="18" type="subTitle"/>
          </p:nvPr>
        </p:nvSpPr>
        <p:spPr>
          <a:xfrm>
            <a:off x="3337932" y="1966725"/>
            <a:ext cx="2834700" cy="828900"/>
          </a:xfrm>
          <a:prstGeom prst="rect">
            <a:avLst/>
          </a:prstGeom>
        </p:spPr>
        <p:txBody>
          <a:bodyPr anchorCtr="0" anchor="ctr" bIns="0" lIns="182875" spcFirstLastPara="1" rIns="0" wrap="square" tIns="0">
            <a:noAutofit/>
          </a:bodyPr>
          <a:lstStyle>
            <a:lvl1pPr lvl="0">
              <a:spcBef>
                <a:spcPts val="0"/>
              </a:spcBef>
              <a:spcAft>
                <a:spcPts val="0"/>
              </a:spcAft>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153" name="Google Shape;153;p9"/>
          <p:cNvSpPr txBox="1"/>
          <p:nvPr>
            <p:ph idx="19" type="subTitle"/>
          </p:nvPr>
        </p:nvSpPr>
        <p:spPr>
          <a:xfrm>
            <a:off x="3337932" y="1611825"/>
            <a:ext cx="2834700" cy="354900"/>
          </a:xfrm>
          <a:prstGeom prst="rect">
            <a:avLst/>
          </a:prstGeom>
        </p:spPr>
        <p:txBody>
          <a:bodyPr anchorCtr="0" anchor="t" bIns="91425" lIns="182875" spcFirstLastPara="1" rIns="182875" wrap="square" tIns="182875">
            <a:noAutofit/>
          </a:bodyPr>
          <a:lstStyle>
            <a:lvl1pPr lvl="0">
              <a:spcBef>
                <a:spcPts val="0"/>
              </a:spcBef>
              <a:spcAft>
                <a:spcPts val="0"/>
              </a:spcAft>
              <a:buNone/>
              <a:defRPr sz="10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54" name="Google Shape;154;p9"/>
          <p:cNvSpPr txBox="1"/>
          <p:nvPr>
            <p:ph idx="20" type="subTitle"/>
          </p:nvPr>
        </p:nvSpPr>
        <p:spPr>
          <a:xfrm>
            <a:off x="3337932" y="2876550"/>
            <a:ext cx="1974900" cy="170700"/>
          </a:xfrm>
          <a:prstGeom prst="rect">
            <a:avLst/>
          </a:prstGeom>
        </p:spPr>
        <p:txBody>
          <a:bodyPr anchorCtr="0" anchor="t" bIns="0" lIns="182875" spcFirstLastPara="1" rIns="0" wrap="square" tIns="0">
            <a:noAutofit/>
          </a:bodyPr>
          <a:lstStyle>
            <a:lvl1pPr lvl="0">
              <a:spcBef>
                <a:spcPts val="0"/>
              </a:spcBef>
              <a:spcAft>
                <a:spcPts val="0"/>
              </a:spcAft>
              <a:buNone/>
              <a:defRPr sz="18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55" name="Google Shape;155;p9"/>
          <p:cNvSpPr txBox="1"/>
          <p:nvPr>
            <p:ph idx="21" type="subTitle"/>
          </p:nvPr>
        </p:nvSpPr>
        <p:spPr>
          <a:xfrm>
            <a:off x="3337932" y="3158550"/>
            <a:ext cx="1974900" cy="170700"/>
          </a:xfrm>
          <a:prstGeom prst="rect">
            <a:avLst/>
          </a:prstGeom>
        </p:spPr>
        <p:txBody>
          <a:bodyPr anchorCtr="0" anchor="t" bIns="0" lIns="182875" spcFirstLastPara="1" rIns="0" wrap="square" tIns="0">
            <a:noAutofit/>
          </a:bodyPr>
          <a:lstStyle>
            <a:lvl1pPr lvl="0">
              <a:spcBef>
                <a:spcPts val="0"/>
              </a:spcBef>
              <a:spcAft>
                <a:spcPts val="0"/>
              </a:spcAft>
              <a:buNone/>
              <a:defRPr sz="8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grpSp>
        <p:nvGrpSpPr>
          <p:cNvPr id="156" name="Google Shape;156;p9"/>
          <p:cNvGrpSpPr/>
          <p:nvPr/>
        </p:nvGrpSpPr>
        <p:grpSpPr>
          <a:xfrm rot="2700000">
            <a:off x="6193285" y="4054405"/>
            <a:ext cx="250839" cy="250839"/>
            <a:chOff x="6251786" y="659047"/>
            <a:chExt cx="250842" cy="250842"/>
          </a:xfrm>
        </p:grpSpPr>
        <p:sp>
          <p:nvSpPr>
            <p:cNvPr id="157" name="Google Shape;157;p9"/>
            <p:cNvSpPr/>
            <p:nvPr/>
          </p:nvSpPr>
          <p:spPr>
            <a:xfrm rot="-2700000">
              <a:off x="6256849" y="727455"/>
              <a:ext cx="240717" cy="114027"/>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158" name="Google Shape;158;p9"/>
            <p:cNvSpPr/>
            <p:nvPr/>
          </p:nvSpPr>
          <p:spPr>
            <a:xfrm>
              <a:off x="6436525" y="699100"/>
              <a:ext cx="26700" cy="119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
          <p:nvSpPr>
            <p:cNvPr id="159" name="Google Shape;159;p9"/>
            <p:cNvSpPr/>
            <p:nvPr/>
          </p:nvSpPr>
          <p:spPr>
            <a:xfrm rot="5400000">
              <a:off x="6390925" y="652300"/>
              <a:ext cx="25500" cy="119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grpSp>
      <p:sp>
        <p:nvSpPr>
          <p:cNvPr id="160" name="Google Shape;160;p9"/>
          <p:cNvSpPr txBox="1"/>
          <p:nvPr>
            <p:ph idx="22"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SzPts val="600"/>
              <a:buFont typeface="Inter"/>
              <a:buNone/>
              <a:defRPr/>
            </a:lvl1pPr>
            <a:lvl2pPr lvl="1" algn="r">
              <a:spcBef>
                <a:spcPts val="0"/>
              </a:spcBef>
              <a:spcAft>
                <a:spcPts val="0"/>
              </a:spcAft>
              <a:buSzPts val="1400"/>
              <a:buFont typeface="Inter"/>
              <a:buNone/>
              <a:defRPr/>
            </a:lvl2pPr>
            <a:lvl3pPr lvl="2" algn="r">
              <a:spcBef>
                <a:spcPts val="0"/>
              </a:spcBef>
              <a:spcAft>
                <a:spcPts val="0"/>
              </a:spcAft>
              <a:buSzPts val="1400"/>
              <a:buFont typeface="Inter"/>
              <a:buNone/>
              <a:defRPr/>
            </a:lvl3pPr>
            <a:lvl4pPr lvl="3" algn="r">
              <a:spcBef>
                <a:spcPts val="0"/>
              </a:spcBef>
              <a:spcAft>
                <a:spcPts val="0"/>
              </a:spcAft>
              <a:buSzPts val="1400"/>
              <a:buFont typeface="Inter"/>
              <a:buNone/>
              <a:defRPr/>
            </a:lvl4pPr>
            <a:lvl5pPr lvl="4" algn="r">
              <a:spcBef>
                <a:spcPts val="0"/>
              </a:spcBef>
              <a:spcAft>
                <a:spcPts val="0"/>
              </a:spcAft>
              <a:buSzPts val="1400"/>
              <a:buFont typeface="Inter"/>
              <a:buNone/>
              <a:defRPr/>
            </a:lvl5pPr>
            <a:lvl6pPr lvl="5" algn="r">
              <a:spcBef>
                <a:spcPts val="0"/>
              </a:spcBef>
              <a:spcAft>
                <a:spcPts val="0"/>
              </a:spcAft>
              <a:buSzPts val="1400"/>
              <a:buFont typeface="Inter"/>
              <a:buNone/>
              <a:defRPr/>
            </a:lvl6pPr>
            <a:lvl7pPr lvl="6" algn="r">
              <a:spcBef>
                <a:spcPts val="0"/>
              </a:spcBef>
              <a:spcAft>
                <a:spcPts val="0"/>
              </a:spcAft>
              <a:buSzPts val="1400"/>
              <a:buFont typeface="Inter"/>
              <a:buNone/>
              <a:defRPr/>
            </a:lvl7pPr>
            <a:lvl8pPr lvl="7" algn="r">
              <a:spcBef>
                <a:spcPts val="0"/>
              </a:spcBef>
              <a:spcAft>
                <a:spcPts val="0"/>
              </a:spcAft>
              <a:buSzPts val="1400"/>
              <a:buFont typeface="Inter"/>
              <a:buNone/>
              <a:defRPr/>
            </a:lvl8pPr>
            <a:lvl9pPr lvl="8" algn="r">
              <a:spcBef>
                <a:spcPts val="0"/>
              </a:spcBef>
              <a:spcAft>
                <a:spcPts val="0"/>
              </a:spcAft>
              <a:buSzPts val="1400"/>
              <a:buFont typeface="Inter"/>
              <a:buNone/>
              <a:defRPr/>
            </a:lvl9pPr>
          </a:lstStyle>
          <a:p/>
        </p:txBody>
      </p:sp>
      <p:sp>
        <p:nvSpPr>
          <p:cNvPr id="161" name="Google Shape;161;p9"/>
          <p:cNvSpPr txBox="1"/>
          <p:nvPr>
            <p:ph idx="23"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162" name="Google Shape;162;p9"/>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163" name="Google Shape;163;p9"/>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6 cards">
  <p:cSld name="BLANK_1_1_1_1_1_1_1_1_1_1_1_1_1_1_1_1_1_2">
    <p:bg>
      <p:bgPr>
        <a:solidFill>
          <a:schemeClr val="lt2"/>
        </a:solidFill>
      </p:bgPr>
    </p:bg>
    <p:spTree>
      <p:nvGrpSpPr>
        <p:cNvPr id="164" name="Shape 164"/>
        <p:cNvGrpSpPr/>
        <p:nvPr/>
      </p:nvGrpSpPr>
      <p:grpSpPr>
        <a:xfrm>
          <a:off x="0" y="0"/>
          <a:ext cx="0" cy="0"/>
          <a:chOff x="0" y="0"/>
          <a:chExt cx="0" cy="0"/>
        </a:xfrm>
      </p:grpSpPr>
      <p:sp>
        <p:nvSpPr>
          <p:cNvPr id="165" name="Google Shape;165;p10"/>
          <p:cNvSpPr/>
          <p:nvPr>
            <p:ph idx="2" type="pic"/>
          </p:nvPr>
        </p:nvSpPr>
        <p:spPr>
          <a:xfrm>
            <a:off x="2604225" y="636025"/>
            <a:ext cx="775500" cy="777300"/>
          </a:xfrm>
          <a:prstGeom prst="roundRect">
            <a:avLst>
              <a:gd fmla="val 30222" name="adj"/>
            </a:avLst>
          </a:prstGeom>
          <a:noFill/>
          <a:ln>
            <a:noFill/>
          </a:ln>
        </p:spPr>
      </p:sp>
      <p:sp>
        <p:nvSpPr>
          <p:cNvPr id="166" name="Google Shape;166;p10"/>
          <p:cNvSpPr/>
          <p:nvPr>
            <p:ph idx="3" type="pic"/>
          </p:nvPr>
        </p:nvSpPr>
        <p:spPr>
          <a:xfrm>
            <a:off x="4799225" y="636025"/>
            <a:ext cx="775500" cy="777300"/>
          </a:xfrm>
          <a:prstGeom prst="roundRect">
            <a:avLst>
              <a:gd fmla="val 30222" name="adj"/>
            </a:avLst>
          </a:prstGeom>
          <a:noFill/>
          <a:ln>
            <a:noFill/>
          </a:ln>
        </p:spPr>
      </p:sp>
      <p:sp>
        <p:nvSpPr>
          <p:cNvPr id="167" name="Google Shape;167;p10"/>
          <p:cNvSpPr/>
          <p:nvPr>
            <p:ph idx="4" type="pic"/>
          </p:nvPr>
        </p:nvSpPr>
        <p:spPr>
          <a:xfrm>
            <a:off x="6994225" y="636025"/>
            <a:ext cx="775500" cy="777300"/>
          </a:xfrm>
          <a:prstGeom prst="roundRect">
            <a:avLst>
              <a:gd fmla="val 30222" name="adj"/>
            </a:avLst>
          </a:prstGeom>
          <a:noFill/>
          <a:ln>
            <a:noFill/>
          </a:ln>
        </p:spPr>
      </p:sp>
      <p:sp>
        <p:nvSpPr>
          <p:cNvPr id="168" name="Google Shape;168;p10"/>
          <p:cNvSpPr/>
          <p:nvPr>
            <p:ph idx="5" type="pic"/>
          </p:nvPr>
        </p:nvSpPr>
        <p:spPr>
          <a:xfrm>
            <a:off x="2604225" y="2794350"/>
            <a:ext cx="775500" cy="777300"/>
          </a:xfrm>
          <a:prstGeom prst="roundRect">
            <a:avLst>
              <a:gd fmla="val 30222" name="adj"/>
            </a:avLst>
          </a:prstGeom>
          <a:noFill/>
          <a:ln>
            <a:noFill/>
          </a:ln>
        </p:spPr>
      </p:sp>
      <p:sp>
        <p:nvSpPr>
          <p:cNvPr id="169" name="Google Shape;169;p10"/>
          <p:cNvSpPr/>
          <p:nvPr>
            <p:ph idx="6" type="pic"/>
          </p:nvPr>
        </p:nvSpPr>
        <p:spPr>
          <a:xfrm>
            <a:off x="4799225" y="2794350"/>
            <a:ext cx="775500" cy="777300"/>
          </a:xfrm>
          <a:prstGeom prst="roundRect">
            <a:avLst>
              <a:gd fmla="val 30222" name="adj"/>
            </a:avLst>
          </a:prstGeom>
          <a:noFill/>
          <a:ln>
            <a:noFill/>
          </a:ln>
        </p:spPr>
      </p:sp>
      <p:sp>
        <p:nvSpPr>
          <p:cNvPr id="170" name="Google Shape;170;p10"/>
          <p:cNvSpPr/>
          <p:nvPr>
            <p:ph idx="7" type="pic"/>
          </p:nvPr>
        </p:nvSpPr>
        <p:spPr>
          <a:xfrm>
            <a:off x="6994225" y="2794350"/>
            <a:ext cx="775500" cy="777300"/>
          </a:xfrm>
          <a:prstGeom prst="roundRect">
            <a:avLst>
              <a:gd fmla="val 30222" name="adj"/>
            </a:avLst>
          </a:prstGeom>
          <a:noFill/>
          <a:ln>
            <a:noFill/>
          </a:ln>
        </p:spPr>
      </p:sp>
      <p:sp>
        <p:nvSpPr>
          <p:cNvPr id="171" name="Google Shape;171;p10"/>
          <p:cNvSpPr txBox="1"/>
          <p:nvPr>
            <p:ph type="title"/>
          </p:nvPr>
        </p:nvSpPr>
        <p:spPr>
          <a:xfrm>
            <a:off x="228600" y="457200"/>
            <a:ext cx="2101200" cy="13443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9pPr>
          </a:lstStyle>
          <a:p/>
        </p:txBody>
      </p:sp>
      <p:sp>
        <p:nvSpPr>
          <p:cNvPr id="172" name="Google Shape;172;p10"/>
          <p:cNvSpPr txBox="1"/>
          <p:nvPr>
            <p:ph idx="1" type="subTitle"/>
          </p:nvPr>
        </p:nvSpPr>
        <p:spPr>
          <a:xfrm>
            <a:off x="2423700" y="2127175"/>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173" name="Google Shape;173;p10"/>
          <p:cNvSpPr txBox="1"/>
          <p:nvPr>
            <p:ph idx="8" type="subTitle"/>
          </p:nvPr>
        </p:nvSpPr>
        <p:spPr>
          <a:xfrm>
            <a:off x="2423700" y="1540276"/>
            <a:ext cx="2101200" cy="574800"/>
          </a:xfrm>
          <a:prstGeom prst="rect">
            <a:avLst/>
          </a:prstGeom>
        </p:spPr>
        <p:txBody>
          <a:bodyPr anchorCtr="0" anchor="b" bIns="0" lIns="182875" spcFirstLastPara="1" rIns="0" wrap="square" tIns="0">
            <a:noAutofit/>
          </a:bodyPr>
          <a:lstStyle>
            <a:lvl1pPr lvl="0" algn="l">
              <a:spcBef>
                <a:spcPts val="0"/>
              </a:spcBef>
              <a:spcAft>
                <a:spcPts val="0"/>
              </a:spcAft>
              <a:buClr>
                <a:schemeClr val="lt1"/>
              </a:buClr>
              <a:buSzPts val="1200"/>
              <a:buNone/>
              <a:defRPr b="1"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74" name="Google Shape;174;p10"/>
          <p:cNvSpPr txBox="1"/>
          <p:nvPr>
            <p:ph idx="9" type="subTitle"/>
          </p:nvPr>
        </p:nvSpPr>
        <p:spPr>
          <a:xfrm>
            <a:off x="2418750" y="4285050"/>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175" name="Google Shape;175;p10"/>
          <p:cNvSpPr txBox="1"/>
          <p:nvPr>
            <p:ph idx="13" type="subTitle"/>
          </p:nvPr>
        </p:nvSpPr>
        <p:spPr>
          <a:xfrm>
            <a:off x="2423700" y="3691554"/>
            <a:ext cx="2101200" cy="576000"/>
          </a:xfrm>
          <a:prstGeom prst="rect">
            <a:avLst/>
          </a:prstGeom>
        </p:spPr>
        <p:txBody>
          <a:bodyPr anchorCtr="0" anchor="b" bIns="0" lIns="182875" spcFirstLastPara="1" rIns="0" wrap="square" tIns="0">
            <a:noAutofit/>
          </a:bodyPr>
          <a:lstStyle>
            <a:lvl1pPr lvl="0">
              <a:spcBef>
                <a:spcPts val="0"/>
              </a:spcBef>
              <a:spcAft>
                <a:spcPts val="0"/>
              </a:spcAft>
              <a:buClr>
                <a:schemeClr val="lt1"/>
              </a:buClr>
              <a:buSzPts val="1200"/>
              <a:buNone/>
              <a:defRPr b="1"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76" name="Google Shape;176;p10"/>
          <p:cNvSpPr txBox="1"/>
          <p:nvPr>
            <p:ph idx="14" type="subTitle"/>
          </p:nvPr>
        </p:nvSpPr>
        <p:spPr>
          <a:xfrm>
            <a:off x="4618800" y="2127175"/>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177" name="Google Shape;177;p10"/>
          <p:cNvSpPr txBox="1"/>
          <p:nvPr>
            <p:ph idx="15" type="subTitle"/>
          </p:nvPr>
        </p:nvSpPr>
        <p:spPr>
          <a:xfrm>
            <a:off x="4618800" y="1540276"/>
            <a:ext cx="2101200" cy="574800"/>
          </a:xfrm>
          <a:prstGeom prst="rect">
            <a:avLst/>
          </a:prstGeom>
        </p:spPr>
        <p:txBody>
          <a:bodyPr anchorCtr="0" anchor="b" bIns="0" lIns="182875" spcFirstLastPara="1" rIns="0" wrap="square" tIns="0">
            <a:noAutofit/>
          </a:bodyPr>
          <a:lstStyle>
            <a:lvl1pPr lvl="0">
              <a:spcBef>
                <a:spcPts val="0"/>
              </a:spcBef>
              <a:spcAft>
                <a:spcPts val="0"/>
              </a:spcAft>
              <a:buClr>
                <a:schemeClr val="lt1"/>
              </a:buClr>
              <a:buSzPts val="1200"/>
              <a:buNone/>
              <a:defRPr b="1"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78" name="Google Shape;178;p10"/>
          <p:cNvSpPr txBox="1"/>
          <p:nvPr>
            <p:ph idx="16" type="subTitle"/>
          </p:nvPr>
        </p:nvSpPr>
        <p:spPr>
          <a:xfrm>
            <a:off x="4613850" y="4288536"/>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179" name="Google Shape;179;p10"/>
          <p:cNvSpPr txBox="1"/>
          <p:nvPr>
            <p:ph idx="17" type="subTitle"/>
          </p:nvPr>
        </p:nvSpPr>
        <p:spPr>
          <a:xfrm>
            <a:off x="4613825" y="3691554"/>
            <a:ext cx="2101200" cy="576000"/>
          </a:xfrm>
          <a:prstGeom prst="rect">
            <a:avLst/>
          </a:prstGeom>
        </p:spPr>
        <p:txBody>
          <a:bodyPr anchorCtr="0" anchor="b" bIns="0" lIns="182875" spcFirstLastPara="1" rIns="0" wrap="square" tIns="0">
            <a:noAutofit/>
          </a:bodyPr>
          <a:lstStyle>
            <a:lvl1pPr lvl="0">
              <a:spcBef>
                <a:spcPts val="0"/>
              </a:spcBef>
              <a:spcAft>
                <a:spcPts val="0"/>
              </a:spcAft>
              <a:buClr>
                <a:schemeClr val="lt1"/>
              </a:buClr>
              <a:buSzPts val="1200"/>
              <a:buNone/>
              <a:defRPr b="1"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80" name="Google Shape;180;p10"/>
          <p:cNvSpPr txBox="1"/>
          <p:nvPr>
            <p:ph idx="18" type="subTitle"/>
          </p:nvPr>
        </p:nvSpPr>
        <p:spPr>
          <a:xfrm>
            <a:off x="6813963" y="2127175"/>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181" name="Google Shape;181;p10"/>
          <p:cNvSpPr txBox="1"/>
          <p:nvPr>
            <p:ph idx="19" type="subTitle"/>
          </p:nvPr>
        </p:nvSpPr>
        <p:spPr>
          <a:xfrm>
            <a:off x="6816750" y="1540376"/>
            <a:ext cx="2101200" cy="574800"/>
          </a:xfrm>
          <a:prstGeom prst="rect">
            <a:avLst/>
          </a:prstGeom>
        </p:spPr>
        <p:txBody>
          <a:bodyPr anchorCtr="0" anchor="b" bIns="0" lIns="182875" spcFirstLastPara="1" rIns="0" wrap="square" tIns="0">
            <a:noAutofit/>
          </a:bodyPr>
          <a:lstStyle>
            <a:lvl1pPr lvl="0">
              <a:spcBef>
                <a:spcPts val="0"/>
              </a:spcBef>
              <a:spcAft>
                <a:spcPts val="0"/>
              </a:spcAft>
              <a:buClr>
                <a:schemeClr val="lt1"/>
              </a:buClr>
              <a:buSzPts val="1200"/>
              <a:buNone/>
              <a:defRPr b="1"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82" name="Google Shape;182;p10"/>
          <p:cNvSpPr txBox="1"/>
          <p:nvPr>
            <p:ph idx="20" type="subTitle"/>
          </p:nvPr>
        </p:nvSpPr>
        <p:spPr>
          <a:xfrm>
            <a:off x="6809013" y="4288536"/>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1000"/>
              <a:buNone/>
              <a:defRPr sz="1000">
                <a:solidFill>
                  <a:schemeClr val="lt1"/>
                </a:solidFill>
              </a:defRPr>
            </a:lvl2pPr>
            <a:lvl3pPr lvl="2">
              <a:spcBef>
                <a:spcPts val="0"/>
              </a:spcBef>
              <a:spcAft>
                <a:spcPts val="0"/>
              </a:spcAft>
              <a:buClr>
                <a:schemeClr val="lt1"/>
              </a:buClr>
              <a:buSzPts val="1000"/>
              <a:buNone/>
              <a:defRPr sz="1000">
                <a:solidFill>
                  <a:schemeClr val="lt1"/>
                </a:solidFill>
              </a:defRPr>
            </a:lvl3pPr>
            <a:lvl4pPr lvl="3">
              <a:spcBef>
                <a:spcPts val="0"/>
              </a:spcBef>
              <a:spcAft>
                <a:spcPts val="0"/>
              </a:spcAft>
              <a:buClr>
                <a:schemeClr val="lt1"/>
              </a:buClr>
              <a:buSzPts val="1000"/>
              <a:buNone/>
              <a:defRPr sz="1000">
                <a:solidFill>
                  <a:schemeClr val="lt1"/>
                </a:solidFill>
              </a:defRPr>
            </a:lvl4pPr>
            <a:lvl5pPr lvl="4">
              <a:spcBef>
                <a:spcPts val="0"/>
              </a:spcBef>
              <a:spcAft>
                <a:spcPts val="0"/>
              </a:spcAft>
              <a:buClr>
                <a:schemeClr val="lt1"/>
              </a:buClr>
              <a:buSzPts val="1000"/>
              <a:buNone/>
              <a:defRPr sz="1000">
                <a:solidFill>
                  <a:schemeClr val="lt1"/>
                </a:solidFill>
              </a:defRPr>
            </a:lvl5pPr>
            <a:lvl6pPr lvl="5">
              <a:spcBef>
                <a:spcPts val="0"/>
              </a:spcBef>
              <a:spcAft>
                <a:spcPts val="0"/>
              </a:spcAft>
              <a:buClr>
                <a:schemeClr val="lt1"/>
              </a:buClr>
              <a:buSzPts val="1000"/>
              <a:buNone/>
              <a:defRPr sz="1000">
                <a:solidFill>
                  <a:schemeClr val="lt1"/>
                </a:solidFill>
              </a:defRPr>
            </a:lvl6pPr>
            <a:lvl7pPr lvl="6">
              <a:spcBef>
                <a:spcPts val="0"/>
              </a:spcBef>
              <a:spcAft>
                <a:spcPts val="0"/>
              </a:spcAft>
              <a:buClr>
                <a:schemeClr val="lt1"/>
              </a:buClr>
              <a:buSzPts val="1000"/>
              <a:buNone/>
              <a:defRPr sz="1000">
                <a:solidFill>
                  <a:schemeClr val="lt1"/>
                </a:solidFill>
              </a:defRPr>
            </a:lvl7pPr>
            <a:lvl8pPr lvl="7">
              <a:spcBef>
                <a:spcPts val="0"/>
              </a:spcBef>
              <a:spcAft>
                <a:spcPts val="0"/>
              </a:spcAft>
              <a:buClr>
                <a:schemeClr val="lt1"/>
              </a:buClr>
              <a:buSzPts val="1000"/>
              <a:buNone/>
              <a:defRPr sz="1000">
                <a:solidFill>
                  <a:schemeClr val="lt1"/>
                </a:solidFill>
              </a:defRPr>
            </a:lvl8pPr>
            <a:lvl9pPr lvl="8">
              <a:spcBef>
                <a:spcPts val="0"/>
              </a:spcBef>
              <a:spcAft>
                <a:spcPts val="0"/>
              </a:spcAft>
              <a:buClr>
                <a:schemeClr val="lt1"/>
              </a:buClr>
              <a:buSzPts val="1000"/>
              <a:buNone/>
              <a:defRPr sz="1000">
                <a:solidFill>
                  <a:schemeClr val="lt1"/>
                </a:solidFill>
              </a:defRPr>
            </a:lvl9pPr>
          </a:lstStyle>
          <a:p/>
        </p:txBody>
      </p:sp>
      <p:sp>
        <p:nvSpPr>
          <p:cNvPr id="183" name="Google Shape;183;p10"/>
          <p:cNvSpPr txBox="1"/>
          <p:nvPr>
            <p:ph idx="21" type="subTitle"/>
          </p:nvPr>
        </p:nvSpPr>
        <p:spPr>
          <a:xfrm>
            <a:off x="6813888" y="3691554"/>
            <a:ext cx="2101200" cy="576000"/>
          </a:xfrm>
          <a:prstGeom prst="rect">
            <a:avLst/>
          </a:prstGeom>
        </p:spPr>
        <p:txBody>
          <a:bodyPr anchorCtr="0" anchor="b" bIns="0" lIns="182875" spcFirstLastPara="1" rIns="0" wrap="square" tIns="0">
            <a:noAutofit/>
          </a:bodyPr>
          <a:lstStyle>
            <a:lvl1pPr lvl="0">
              <a:spcBef>
                <a:spcPts val="0"/>
              </a:spcBef>
              <a:spcAft>
                <a:spcPts val="0"/>
              </a:spcAft>
              <a:buClr>
                <a:schemeClr val="lt1"/>
              </a:buClr>
              <a:buSzPts val="1200"/>
              <a:buNone/>
              <a:defRPr b="1"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184" name="Google Shape;184;p10"/>
          <p:cNvSpPr txBox="1"/>
          <p:nvPr>
            <p:ph idx="22"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2"/>
              </a:buClr>
              <a:buSzPts val="600"/>
              <a:buFont typeface="Inter"/>
              <a:buNone/>
              <a:defRPr/>
            </a:lvl1pPr>
            <a:lvl2pPr lvl="1" algn="r">
              <a:spcBef>
                <a:spcPts val="0"/>
              </a:spcBef>
              <a:spcAft>
                <a:spcPts val="0"/>
              </a:spcAft>
              <a:buClr>
                <a:schemeClr val="dk2"/>
              </a:buClr>
              <a:buSzPts val="1400"/>
              <a:buFont typeface="Inter"/>
              <a:buNone/>
              <a:defRPr/>
            </a:lvl2pPr>
            <a:lvl3pPr lvl="2" algn="r">
              <a:spcBef>
                <a:spcPts val="0"/>
              </a:spcBef>
              <a:spcAft>
                <a:spcPts val="0"/>
              </a:spcAft>
              <a:buClr>
                <a:schemeClr val="dk2"/>
              </a:buClr>
              <a:buSzPts val="1400"/>
              <a:buFont typeface="Inter"/>
              <a:buNone/>
              <a:defRPr/>
            </a:lvl3pPr>
            <a:lvl4pPr lvl="3" algn="r">
              <a:spcBef>
                <a:spcPts val="0"/>
              </a:spcBef>
              <a:spcAft>
                <a:spcPts val="0"/>
              </a:spcAft>
              <a:buClr>
                <a:schemeClr val="dk2"/>
              </a:buClr>
              <a:buSzPts val="1400"/>
              <a:buFont typeface="Inter"/>
              <a:buNone/>
              <a:defRPr/>
            </a:lvl4pPr>
            <a:lvl5pPr lvl="4" algn="r">
              <a:spcBef>
                <a:spcPts val="0"/>
              </a:spcBef>
              <a:spcAft>
                <a:spcPts val="0"/>
              </a:spcAft>
              <a:buClr>
                <a:schemeClr val="dk2"/>
              </a:buClr>
              <a:buSzPts val="1400"/>
              <a:buFont typeface="Inter"/>
              <a:buNone/>
              <a:defRPr/>
            </a:lvl5pPr>
            <a:lvl6pPr lvl="5" algn="r">
              <a:spcBef>
                <a:spcPts val="0"/>
              </a:spcBef>
              <a:spcAft>
                <a:spcPts val="0"/>
              </a:spcAft>
              <a:buClr>
                <a:schemeClr val="dk2"/>
              </a:buClr>
              <a:buSzPts val="1400"/>
              <a:buFont typeface="Inter"/>
              <a:buNone/>
              <a:defRPr/>
            </a:lvl6pPr>
            <a:lvl7pPr lvl="6" algn="r">
              <a:spcBef>
                <a:spcPts val="0"/>
              </a:spcBef>
              <a:spcAft>
                <a:spcPts val="0"/>
              </a:spcAft>
              <a:buClr>
                <a:schemeClr val="dk2"/>
              </a:buClr>
              <a:buSzPts val="1400"/>
              <a:buFont typeface="Inter"/>
              <a:buNone/>
              <a:defRPr/>
            </a:lvl7pPr>
            <a:lvl8pPr lvl="7" algn="r">
              <a:spcBef>
                <a:spcPts val="0"/>
              </a:spcBef>
              <a:spcAft>
                <a:spcPts val="0"/>
              </a:spcAft>
              <a:buClr>
                <a:schemeClr val="dk2"/>
              </a:buClr>
              <a:buSzPts val="1400"/>
              <a:buFont typeface="Inter"/>
              <a:buNone/>
              <a:defRPr/>
            </a:lvl8pPr>
            <a:lvl9pPr lvl="8" algn="r">
              <a:spcBef>
                <a:spcPts val="0"/>
              </a:spcBef>
              <a:spcAft>
                <a:spcPts val="0"/>
              </a:spcAft>
              <a:buClr>
                <a:schemeClr val="dk2"/>
              </a:buClr>
              <a:buSzPts val="1400"/>
              <a:buFont typeface="Inter"/>
              <a:buNone/>
              <a:defRPr/>
            </a:lvl9pPr>
          </a:lstStyle>
          <a:p/>
        </p:txBody>
      </p:sp>
      <p:sp>
        <p:nvSpPr>
          <p:cNvPr id="185" name="Google Shape;185;p10"/>
          <p:cNvSpPr txBox="1"/>
          <p:nvPr>
            <p:ph idx="23"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600"/>
              <a:buFont typeface="Inter"/>
              <a:buNone/>
              <a:defRPr/>
            </a:lvl1pPr>
            <a:lvl2pPr lvl="1">
              <a:spcBef>
                <a:spcPts val="0"/>
              </a:spcBef>
              <a:spcAft>
                <a:spcPts val="0"/>
              </a:spcAft>
              <a:buClr>
                <a:schemeClr val="dk2"/>
              </a:buClr>
              <a:buSzPts val="1400"/>
              <a:buFont typeface="Inter"/>
              <a:buNone/>
              <a:defRPr/>
            </a:lvl2pPr>
            <a:lvl3pPr lvl="2">
              <a:spcBef>
                <a:spcPts val="0"/>
              </a:spcBef>
              <a:spcAft>
                <a:spcPts val="0"/>
              </a:spcAft>
              <a:buClr>
                <a:schemeClr val="dk2"/>
              </a:buClr>
              <a:buSzPts val="1400"/>
              <a:buFont typeface="Inter"/>
              <a:buNone/>
              <a:defRPr/>
            </a:lvl3pPr>
            <a:lvl4pPr lvl="3">
              <a:spcBef>
                <a:spcPts val="0"/>
              </a:spcBef>
              <a:spcAft>
                <a:spcPts val="0"/>
              </a:spcAft>
              <a:buClr>
                <a:schemeClr val="dk2"/>
              </a:buClr>
              <a:buSzPts val="1400"/>
              <a:buFont typeface="Inter"/>
              <a:buNone/>
              <a:defRPr/>
            </a:lvl4pPr>
            <a:lvl5pPr lvl="4">
              <a:spcBef>
                <a:spcPts val="0"/>
              </a:spcBef>
              <a:spcAft>
                <a:spcPts val="0"/>
              </a:spcAft>
              <a:buClr>
                <a:schemeClr val="dk2"/>
              </a:buClr>
              <a:buSzPts val="1400"/>
              <a:buFont typeface="Inter"/>
              <a:buNone/>
              <a:defRPr/>
            </a:lvl5pPr>
            <a:lvl6pPr lvl="5">
              <a:spcBef>
                <a:spcPts val="0"/>
              </a:spcBef>
              <a:spcAft>
                <a:spcPts val="0"/>
              </a:spcAft>
              <a:buClr>
                <a:schemeClr val="dk2"/>
              </a:buClr>
              <a:buSzPts val="1400"/>
              <a:buFont typeface="Inter"/>
              <a:buNone/>
              <a:defRPr/>
            </a:lvl6pPr>
            <a:lvl7pPr lvl="6">
              <a:spcBef>
                <a:spcPts val="0"/>
              </a:spcBef>
              <a:spcAft>
                <a:spcPts val="0"/>
              </a:spcAft>
              <a:buClr>
                <a:schemeClr val="dk2"/>
              </a:buClr>
              <a:buSzPts val="1400"/>
              <a:buFont typeface="Inter"/>
              <a:buNone/>
              <a:defRPr/>
            </a:lvl7pPr>
            <a:lvl8pPr lvl="7">
              <a:spcBef>
                <a:spcPts val="0"/>
              </a:spcBef>
              <a:spcAft>
                <a:spcPts val="0"/>
              </a:spcAft>
              <a:buClr>
                <a:schemeClr val="dk2"/>
              </a:buClr>
              <a:buSzPts val="1400"/>
              <a:buFont typeface="Inter"/>
              <a:buNone/>
              <a:defRPr/>
            </a:lvl8pPr>
            <a:lvl9pPr lvl="8">
              <a:spcBef>
                <a:spcPts val="0"/>
              </a:spcBef>
              <a:spcAft>
                <a:spcPts val="0"/>
              </a:spcAft>
              <a:buClr>
                <a:schemeClr val="dk2"/>
              </a:buClr>
              <a:buSzPts val="1400"/>
              <a:buFont typeface="Inter"/>
              <a:buNone/>
              <a:defRPr/>
            </a:lvl9pPr>
          </a:lstStyle>
          <a:p/>
        </p:txBody>
      </p:sp>
      <p:sp>
        <p:nvSpPr>
          <p:cNvPr id="186" name="Google Shape;186;p10"/>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600">
              <a:solidFill>
                <a:schemeClr val="accent1"/>
              </a:solidFill>
              <a:latin typeface="Inter"/>
              <a:ea typeface="Inter"/>
              <a:cs typeface="Inter"/>
              <a:sym typeface="Inter"/>
            </a:endParaRPr>
          </a:p>
        </p:txBody>
      </p:sp>
      <p:sp>
        <p:nvSpPr>
          <p:cNvPr id="187" name="Google Shape;187;p10"/>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188" name="Google Shape;188;p10"/>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ards">
  <p:cSld name="BLANK_1_1_1_1_1_1_1_1_1_1_1_1_1_1_1_2_1">
    <p:bg>
      <p:bgPr>
        <a:solidFill>
          <a:schemeClr val="dk2"/>
        </a:solidFill>
      </p:bgPr>
    </p:bg>
    <p:spTree>
      <p:nvGrpSpPr>
        <p:cNvPr id="189" name="Shape 189"/>
        <p:cNvGrpSpPr/>
        <p:nvPr/>
      </p:nvGrpSpPr>
      <p:grpSpPr>
        <a:xfrm>
          <a:off x="0" y="0"/>
          <a:ext cx="0" cy="0"/>
          <a:chOff x="0" y="0"/>
          <a:chExt cx="0" cy="0"/>
        </a:xfrm>
      </p:grpSpPr>
      <p:sp>
        <p:nvSpPr>
          <p:cNvPr id="190" name="Google Shape;190;p11"/>
          <p:cNvSpPr txBox="1"/>
          <p:nvPr>
            <p:ph idx="1"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600"/>
              <a:buFont typeface="Inter"/>
              <a:buNone/>
              <a:defRPr>
                <a:solidFill>
                  <a:schemeClr val="accent1"/>
                </a:solidFill>
              </a:defRPr>
            </a:lvl1pPr>
            <a:lvl2pPr lvl="1">
              <a:spcBef>
                <a:spcPts val="0"/>
              </a:spcBef>
              <a:spcAft>
                <a:spcPts val="0"/>
              </a:spcAft>
              <a:buClr>
                <a:schemeClr val="accent1"/>
              </a:buClr>
              <a:buSzPts val="1400"/>
              <a:buFont typeface="Inter"/>
              <a:buNone/>
              <a:defRPr>
                <a:solidFill>
                  <a:schemeClr val="accent1"/>
                </a:solidFill>
              </a:defRPr>
            </a:lvl2pPr>
            <a:lvl3pPr lvl="2">
              <a:spcBef>
                <a:spcPts val="0"/>
              </a:spcBef>
              <a:spcAft>
                <a:spcPts val="0"/>
              </a:spcAft>
              <a:buClr>
                <a:schemeClr val="accent1"/>
              </a:buClr>
              <a:buSzPts val="1400"/>
              <a:buFont typeface="Inter"/>
              <a:buNone/>
              <a:defRPr>
                <a:solidFill>
                  <a:schemeClr val="accent1"/>
                </a:solidFill>
              </a:defRPr>
            </a:lvl3pPr>
            <a:lvl4pPr lvl="3">
              <a:spcBef>
                <a:spcPts val="0"/>
              </a:spcBef>
              <a:spcAft>
                <a:spcPts val="0"/>
              </a:spcAft>
              <a:buClr>
                <a:schemeClr val="accent1"/>
              </a:buClr>
              <a:buSzPts val="1400"/>
              <a:buFont typeface="Inter"/>
              <a:buNone/>
              <a:defRPr>
                <a:solidFill>
                  <a:schemeClr val="accent1"/>
                </a:solidFill>
              </a:defRPr>
            </a:lvl4pPr>
            <a:lvl5pPr lvl="4">
              <a:spcBef>
                <a:spcPts val="0"/>
              </a:spcBef>
              <a:spcAft>
                <a:spcPts val="0"/>
              </a:spcAft>
              <a:buClr>
                <a:schemeClr val="accent1"/>
              </a:buClr>
              <a:buSzPts val="1400"/>
              <a:buFont typeface="Inter"/>
              <a:buNone/>
              <a:defRPr>
                <a:solidFill>
                  <a:schemeClr val="accent1"/>
                </a:solidFill>
              </a:defRPr>
            </a:lvl5pPr>
            <a:lvl6pPr lvl="5">
              <a:spcBef>
                <a:spcPts val="0"/>
              </a:spcBef>
              <a:spcAft>
                <a:spcPts val="0"/>
              </a:spcAft>
              <a:buClr>
                <a:schemeClr val="accent1"/>
              </a:buClr>
              <a:buSzPts val="1400"/>
              <a:buFont typeface="Inter"/>
              <a:buNone/>
              <a:defRPr>
                <a:solidFill>
                  <a:schemeClr val="accent1"/>
                </a:solidFill>
              </a:defRPr>
            </a:lvl6pPr>
            <a:lvl7pPr lvl="6">
              <a:spcBef>
                <a:spcPts val="0"/>
              </a:spcBef>
              <a:spcAft>
                <a:spcPts val="0"/>
              </a:spcAft>
              <a:buClr>
                <a:schemeClr val="accent1"/>
              </a:buClr>
              <a:buSzPts val="1400"/>
              <a:buFont typeface="Inter"/>
              <a:buNone/>
              <a:defRPr>
                <a:solidFill>
                  <a:schemeClr val="accent1"/>
                </a:solidFill>
              </a:defRPr>
            </a:lvl7pPr>
            <a:lvl8pPr lvl="7">
              <a:spcBef>
                <a:spcPts val="0"/>
              </a:spcBef>
              <a:spcAft>
                <a:spcPts val="0"/>
              </a:spcAft>
              <a:buClr>
                <a:schemeClr val="accent1"/>
              </a:buClr>
              <a:buSzPts val="1400"/>
              <a:buFont typeface="Inter"/>
              <a:buNone/>
              <a:defRPr>
                <a:solidFill>
                  <a:schemeClr val="accent1"/>
                </a:solidFill>
              </a:defRPr>
            </a:lvl8pPr>
            <a:lvl9pPr lvl="8">
              <a:spcBef>
                <a:spcPts val="0"/>
              </a:spcBef>
              <a:spcAft>
                <a:spcPts val="0"/>
              </a:spcAft>
              <a:buClr>
                <a:schemeClr val="accent1"/>
              </a:buClr>
              <a:buSzPts val="1400"/>
              <a:buFont typeface="Inter"/>
              <a:buNone/>
              <a:defRPr>
                <a:solidFill>
                  <a:schemeClr val="accent1"/>
                </a:solidFill>
              </a:defRPr>
            </a:lvl9pPr>
          </a:lstStyle>
          <a:p/>
        </p:txBody>
      </p:sp>
      <p:sp>
        <p:nvSpPr>
          <p:cNvPr id="191" name="Google Shape;191;p11"/>
          <p:cNvSpPr txBox="1"/>
          <p:nvPr>
            <p:ph type="title"/>
          </p:nvPr>
        </p:nvSpPr>
        <p:spPr>
          <a:xfrm>
            <a:off x="228600" y="457200"/>
            <a:ext cx="4296600" cy="7977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9pPr>
          </a:lstStyle>
          <a:p/>
        </p:txBody>
      </p:sp>
      <p:sp>
        <p:nvSpPr>
          <p:cNvPr id="192" name="Google Shape;192;p11"/>
          <p:cNvSpPr/>
          <p:nvPr>
            <p:ph idx="2" type="pic"/>
          </p:nvPr>
        </p:nvSpPr>
        <p:spPr>
          <a:xfrm>
            <a:off x="424725" y="2021200"/>
            <a:ext cx="673200" cy="673200"/>
          </a:xfrm>
          <a:prstGeom prst="roundRect">
            <a:avLst>
              <a:gd fmla="val 16667" name="adj"/>
            </a:avLst>
          </a:prstGeom>
          <a:noFill/>
          <a:ln cap="flat" cmpd="sng" w="9525">
            <a:solidFill>
              <a:schemeClr val="accent1"/>
            </a:solidFill>
            <a:prstDash val="solid"/>
            <a:round/>
            <a:headEnd len="sm" w="sm" type="none"/>
            <a:tailEnd len="sm" w="sm" type="none"/>
          </a:ln>
        </p:spPr>
      </p:sp>
      <p:sp>
        <p:nvSpPr>
          <p:cNvPr id="193" name="Google Shape;193;p11"/>
          <p:cNvSpPr txBox="1"/>
          <p:nvPr>
            <p:ph idx="3" type="subTitle"/>
          </p:nvPr>
        </p:nvSpPr>
        <p:spPr>
          <a:xfrm>
            <a:off x="228450" y="3143115"/>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dk2"/>
              </a:buClr>
              <a:buSzPts val="1000"/>
              <a:buNone/>
              <a:defRPr sz="1000"/>
            </a:lvl1pPr>
            <a:lvl2pPr lvl="1">
              <a:spcBef>
                <a:spcPts val="0"/>
              </a:spcBef>
              <a:spcAft>
                <a:spcPts val="0"/>
              </a:spcAft>
              <a:buClr>
                <a:schemeClr val="dk2"/>
              </a:buClr>
              <a:buSzPts val="1000"/>
              <a:buNone/>
              <a:defRPr sz="1000"/>
            </a:lvl2pPr>
            <a:lvl3pPr lvl="2">
              <a:spcBef>
                <a:spcPts val="0"/>
              </a:spcBef>
              <a:spcAft>
                <a:spcPts val="0"/>
              </a:spcAft>
              <a:buClr>
                <a:schemeClr val="dk2"/>
              </a:buClr>
              <a:buSzPts val="1000"/>
              <a:buNone/>
              <a:defRPr sz="1000"/>
            </a:lvl3pPr>
            <a:lvl4pPr lvl="3">
              <a:spcBef>
                <a:spcPts val="0"/>
              </a:spcBef>
              <a:spcAft>
                <a:spcPts val="0"/>
              </a:spcAft>
              <a:buClr>
                <a:schemeClr val="dk2"/>
              </a:buClr>
              <a:buSzPts val="1000"/>
              <a:buNone/>
              <a:defRPr sz="1000"/>
            </a:lvl4pPr>
            <a:lvl5pPr lvl="4">
              <a:spcBef>
                <a:spcPts val="0"/>
              </a:spcBef>
              <a:spcAft>
                <a:spcPts val="0"/>
              </a:spcAft>
              <a:buClr>
                <a:schemeClr val="dk2"/>
              </a:buClr>
              <a:buSzPts val="1000"/>
              <a:buNone/>
              <a:defRPr sz="1000"/>
            </a:lvl5pPr>
            <a:lvl6pPr lvl="5">
              <a:spcBef>
                <a:spcPts val="0"/>
              </a:spcBef>
              <a:spcAft>
                <a:spcPts val="0"/>
              </a:spcAft>
              <a:buClr>
                <a:schemeClr val="dk2"/>
              </a:buClr>
              <a:buSzPts val="1000"/>
              <a:buNone/>
              <a:defRPr sz="1000"/>
            </a:lvl6pPr>
            <a:lvl7pPr lvl="6">
              <a:spcBef>
                <a:spcPts val="0"/>
              </a:spcBef>
              <a:spcAft>
                <a:spcPts val="0"/>
              </a:spcAft>
              <a:buClr>
                <a:schemeClr val="dk2"/>
              </a:buClr>
              <a:buSzPts val="1000"/>
              <a:buNone/>
              <a:defRPr sz="1000"/>
            </a:lvl7pPr>
            <a:lvl8pPr lvl="7">
              <a:spcBef>
                <a:spcPts val="0"/>
              </a:spcBef>
              <a:spcAft>
                <a:spcPts val="0"/>
              </a:spcAft>
              <a:buClr>
                <a:schemeClr val="dk2"/>
              </a:buClr>
              <a:buSzPts val="1000"/>
              <a:buNone/>
              <a:defRPr sz="1000"/>
            </a:lvl8pPr>
            <a:lvl9pPr lvl="8">
              <a:spcBef>
                <a:spcPts val="0"/>
              </a:spcBef>
              <a:spcAft>
                <a:spcPts val="0"/>
              </a:spcAft>
              <a:buClr>
                <a:schemeClr val="dk2"/>
              </a:buClr>
              <a:buSzPts val="1000"/>
              <a:buNone/>
              <a:defRPr sz="1000"/>
            </a:lvl9pPr>
          </a:lstStyle>
          <a:p/>
        </p:txBody>
      </p:sp>
      <p:sp>
        <p:nvSpPr>
          <p:cNvPr id="194" name="Google Shape;194;p11"/>
          <p:cNvSpPr txBox="1"/>
          <p:nvPr>
            <p:ph idx="4" type="subTitle"/>
          </p:nvPr>
        </p:nvSpPr>
        <p:spPr>
          <a:xfrm>
            <a:off x="228450" y="2694397"/>
            <a:ext cx="2101200" cy="436500"/>
          </a:xfrm>
          <a:prstGeom prst="rect">
            <a:avLst/>
          </a:prstGeom>
        </p:spPr>
        <p:txBody>
          <a:bodyPr anchorCtr="0" anchor="b" bIns="0" lIns="182875" spcFirstLastPara="1" rIns="0" wrap="square" tIns="0">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
        <p:nvSpPr>
          <p:cNvPr id="195" name="Google Shape;195;p11"/>
          <p:cNvSpPr txBox="1"/>
          <p:nvPr>
            <p:ph idx="5" type="body"/>
          </p:nvPr>
        </p:nvSpPr>
        <p:spPr>
          <a:xfrm>
            <a:off x="228450" y="3478500"/>
            <a:ext cx="2101200" cy="1205100"/>
          </a:xfrm>
          <a:prstGeom prst="rect">
            <a:avLst/>
          </a:prstGeom>
        </p:spPr>
        <p:txBody>
          <a:bodyPr anchorCtr="0" anchor="t" bIns="91425"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196" name="Google Shape;196;p11"/>
          <p:cNvSpPr/>
          <p:nvPr>
            <p:ph idx="6" type="pic"/>
          </p:nvPr>
        </p:nvSpPr>
        <p:spPr>
          <a:xfrm>
            <a:off x="2620050" y="2021200"/>
            <a:ext cx="673200" cy="673200"/>
          </a:xfrm>
          <a:prstGeom prst="roundRect">
            <a:avLst>
              <a:gd fmla="val 16667" name="adj"/>
            </a:avLst>
          </a:prstGeom>
          <a:noFill/>
          <a:ln cap="flat" cmpd="sng" w="9525">
            <a:solidFill>
              <a:schemeClr val="accent1"/>
            </a:solidFill>
            <a:prstDash val="solid"/>
            <a:round/>
            <a:headEnd len="sm" w="sm" type="none"/>
            <a:tailEnd len="sm" w="sm" type="none"/>
          </a:ln>
        </p:spPr>
      </p:sp>
      <p:sp>
        <p:nvSpPr>
          <p:cNvPr id="197" name="Google Shape;197;p11"/>
          <p:cNvSpPr txBox="1"/>
          <p:nvPr>
            <p:ph idx="7" type="subTitle"/>
          </p:nvPr>
        </p:nvSpPr>
        <p:spPr>
          <a:xfrm>
            <a:off x="2423775" y="3143115"/>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dk2"/>
              </a:buClr>
              <a:buSzPts val="1000"/>
              <a:buNone/>
              <a:defRPr sz="1000"/>
            </a:lvl1pPr>
            <a:lvl2pPr lvl="1">
              <a:spcBef>
                <a:spcPts val="0"/>
              </a:spcBef>
              <a:spcAft>
                <a:spcPts val="0"/>
              </a:spcAft>
              <a:buClr>
                <a:schemeClr val="dk2"/>
              </a:buClr>
              <a:buSzPts val="1000"/>
              <a:buNone/>
              <a:defRPr sz="1000"/>
            </a:lvl2pPr>
            <a:lvl3pPr lvl="2">
              <a:spcBef>
                <a:spcPts val="0"/>
              </a:spcBef>
              <a:spcAft>
                <a:spcPts val="0"/>
              </a:spcAft>
              <a:buClr>
                <a:schemeClr val="dk2"/>
              </a:buClr>
              <a:buSzPts val="1000"/>
              <a:buNone/>
              <a:defRPr sz="1000"/>
            </a:lvl3pPr>
            <a:lvl4pPr lvl="3">
              <a:spcBef>
                <a:spcPts val="0"/>
              </a:spcBef>
              <a:spcAft>
                <a:spcPts val="0"/>
              </a:spcAft>
              <a:buClr>
                <a:schemeClr val="dk2"/>
              </a:buClr>
              <a:buSzPts val="1000"/>
              <a:buNone/>
              <a:defRPr sz="1000"/>
            </a:lvl4pPr>
            <a:lvl5pPr lvl="4">
              <a:spcBef>
                <a:spcPts val="0"/>
              </a:spcBef>
              <a:spcAft>
                <a:spcPts val="0"/>
              </a:spcAft>
              <a:buClr>
                <a:schemeClr val="dk2"/>
              </a:buClr>
              <a:buSzPts val="1000"/>
              <a:buNone/>
              <a:defRPr sz="1000"/>
            </a:lvl5pPr>
            <a:lvl6pPr lvl="5">
              <a:spcBef>
                <a:spcPts val="0"/>
              </a:spcBef>
              <a:spcAft>
                <a:spcPts val="0"/>
              </a:spcAft>
              <a:buClr>
                <a:schemeClr val="dk2"/>
              </a:buClr>
              <a:buSzPts val="1000"/>
              <a:buNone/>
              <a:defRPr sz="1000"/>
            </a:lvl6pPr>
            <a:lvl7pPr lvl="6">
              <a:spcBef>
                <a:spcPts val="0"/>
              </a:spcBef>
              <a:spcAft>
                <a:spcPts val="0"/>
              </a:spcAft>
              <a:buClr>
                <a:schemeClr val="dk2"/>
              </a:buClr>
              <a:buSzPts val="1000"/>
              <a:buNone/>
              <a:defRPr sz="1000"/>
            </a:lvl7pPr>
            <a:lvl8pPr lvl="7">
              <a:spcBef>
                <a:spcPts val="0"/>
              </a:spcBef>
              <a:spcAft>
                <a:spcPts val="0"/>
              </a:spcAft>
              <a:buClr>
                <a:schemeClr val="dk2"/>
              </a:buClr>
              <a:buSzPts val="1000"/>
              <a:buNone/>
              <a:defRPr sz="1000"/>
            </a:lvl8pPr>
            <a:lvl9pPr lvl="8">
              <a:spcBef>
                <a:spcPts val="0"/>
              </a:spcBef>
              <a:spcAft>
                <a:spcPts val="0"/>
              </a:spcAft>
              <a:buClr>
                <a:schemeClr val="dk2"/>
              </a:buClr>
              <a:buSzPts val="1000"/>
              <a:buNone/>
              <a:defRPr sz="1000"/>
            </a:lvl9pPr>
          </a:lstStyle>
          <a:p/>
        </p:txBody>
      </p:sp>
      <p:sp>
        <p:nvSpPr>
          <p:cNvPr id="198" name="Google Shape;198;p11"/>
          <p:cNvSpPr txBox="1"/>
          <p:nvPr>
            <p:ph idx="8" type="subTitle"/>
          </p:nvPr>
        </p:nvSpPr>
        <p:spPr>
          <a:xfrm>
            <a:off x="2423775" y="2694397"/>
            <a:ext cx="2101200" cy="436500"/>
          </a:xfrm>
          <a:prstGeom prst="rect">
            <a:avLst/>
          </a:prstGeom>
        </p:spPr>
        <p:txBody>
          <a:bodyPr anchorCtr="0" anchor="b" bIns="0" lIns="182875" spcFirstLastPara="1" rIns="0" wrap="square" tIns="0">
            <a:noAutofit/>
          </a:bodyPr>
          <a:lstStyle>
            <a:lvl1pPr lvl="0">
              <a:spcBef>
                <a:spcPts val="0"/>
              </a:spcBef>
              <a:spcAft>
                <a:spcPts val="0"/>
              </a:spcAft>
              <a:buClr>
                <a:schemeClr val="dk2"/>
              </a:buClr>
              <a:buSzPts val="1200"/>
              <a:buNone/>
              <a:defRPr b="1" sz="1200"/>
            </a:lvl1pPr>
            <a:lvl2pPr lvl="1">
              <a:spcBef>
                <a:spcPts val="0"/>
              </a:spcBef>
              <a:spcAft>
                <a:spcPts val="0"/>
              </a:spcAft>
              <a:buClr>
                <a:schemeClr val="dk2"/>
              </a:buClr>
              <a:buSzPts val="1200"/>
              <a:buNone/>
              <a:defRPr sz="1200"/>
            </a:lvl2pPr>
            <a:lvl3pPr lvl="2">
              <a:spcBef>
                <a:spcPts val="0"/>
              </a:spcBef>
              <a:spcAft>
                <a:spcPts val="0"/>
              </a:spcAft>
              <a:buClr>
                <a:schemeClr val="dk2"/>
              </a:buClr>
              <a:buSzPts val="1200"/>
              <a:buNone/>
              <a:defRPr sz="1200"/>
            </a:lvl3pPr>
            <a:lvl4pPr lvl="3">
              <a:spcBef>
                <a:spcPts val="0"/>
              </a:spcBef>
              <a:spcAft>
                <a:spcPts val="0"/>
              </a:spcAft>
              <a:buClr>
                <a:schemeClr val="dk2"/>
              </a:buClr>
              <a:buSzPts val="1200"/>
              <a:buNone/>
              <a:defRPr sz="1200"/>
            </a:lvl4pPr>
            <a:lvl5pPr lvl="4">
              <a:spcBef>
                <a:spcPts val="0"/>
              </a:spcBef>
              <a:spcAft>
                <a:spcPts val="0"/>
              </a:spcAft>
              <a:buClr>
                <a:schemeClr val="dk2"/>
              </a:buClr>
              <a:buSzPts val="1200"/>
              <a:buNone/>
              <a:defRPr sz="1200"/>
            </a:lvl5pPr>
            <a:lvl6pPr lvl="5">
              <a:spcBef>
                <a:spcPts val="0"/>
              </a:spcBef>
              <a:spcAft>
                <a:spcPts val="0"/>
              </a:spcAft>
              <a:buClr>
                <a:schemeClr val="dk2"/>
              </a:buClr>
              <a:buSzPts val="1200"/>
              <a:buNone/>
              <a:defRPr sz="1200"/>
            </a:lvl6pPr>
            <a:lvl7pPr lvl="6">
              <a:spcBef>
                <a:spcPts val="0"/>
              </a:spcBef>
              <a:spcAft>
                <a:spcPts val="0"/>
              </a:spcAft>
              <a:buClr>
                <a:schemeClr val="dk2"/>
              </a:buClr>
              <a:buSzPts val="1200"/>
              <a:buNone/>
              <a:defRPr sz="1200"/>
            </a:lvl7pPr>
            <a:lvl8pPr lvl="7">
              <a:spcBef>
                <a:spcPts val="0"/>
              </a:spcBef>
              <a:spcAft>
                <a:spcPts val="0"/>
              </a:spcAft>
              <a:buClr>
                <a:schemeClr val="dk2"/>
              </a:buClr>
              <a:buSzPts val="1200"/>
              <a:buNone/>
              <a:defRPr sz="1200"/>
            </a:lvl8pPr>
            <a:lvl9pPr lvl="8">
              <a:spcBef>
                <a:spcPts val="0"/>
              </a:spcBef>
              <a:spcAft>
                <a:spcPts val="0"/>
              </a:spcAft>
              <a:buClr>
                <a:schemeClr val="dk2"/>
              </a:buClr>
              <a:buSzPts val="1200"/>
              <a:buNone/>
              <a:defRPr sz="1200"/>
            </a:lvl9pPr>
          </a:lstStyle>
          <a:p/>
        </p:txBody>
      </p:sp>
      <p:sp>
        <p:nvSpPr>
          <p:cNvPr id="199" name="Google Shape;199;p11"/>
          <p:cNvSpPr txBox="1"/>
          <p:nvPr>
            <p:ph idx="9" type="body"/>
          </p:nvPr>
        </p:nvSpPr>
        <p:spPr>
          <a:xfrm>
            <a:off x="2423775" y="3478500"/>
            <a:ext cx="2101200" cy="1205100"/>
          </a:xfrm>
          <a:prstGeom prst="rect">
            <a:avLst/>
          </a:prstGeom>
        </p:spPr>
        <p:txBody>
          <a:bodyPr anchorCtr="0" anchor="t" bIns="91425"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200" name="Google Shape;200;p11"/>
          <p:cNvSpPr/>
          <p:nvPr>
            <p:ph idx="13" type="pic"/>
          </p:nvPr>
        </p:nvSpPr>
        <p:spPr>
          <a:xfrm>
            <a:off x="4815375" y="2021200"/>
            <a:ext cx="673200" cy="673200"/>
          </a:xfrm>
          <a:prstGeom prst="roundRect">
            <a:avLst>
              <a:gd fmla="val 16667" name="adj"/>
            </a:avLst>
          </a:prstGeom>
          <a:noFill/>
          <a:ln cap="flat" cmpd="sng" w="9525">
            <a:solidFill>
              <a:schemeClr val="accent1"/>
            </a:solidFill>
            <a:prstDash val="solid"/>
            <a:round/>
            <a:headEnd len="sm" w="sm" type="none"/>
            <a:tailEnd len="sm" w="sm" type="none"/>
          </a:ln>
        </p:spPr>
      </p:sp>
      <p:sp>
        <p:nvSpPr>
          <p:cNvPr id="201" name="Google Shape;201;p11"/>
          <p:cNvSpPr txBox="1"/>
          <p:nvPr>
            <p:ph idx="14" type="subTitle"/>
          </p:nvPr>
        </p:nvSpPr>
        <p:spPr>
          <a:xfrm>
            <a:off x="4619100" y="3143115"/>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dk2"/>
              </a:buClr>
              <a:buSzPts val="1000"/>
              <a:buNone/>
              <a:defRPr sz="1000"/>
            </a:lvl1pPr>
            <a:lvl2pPr lvl="1">
              <a:spcBef>
                <a:spcPts val="0"/>
              </a:spcBef>
              <a:spcAft>
                <a:spcPts val="0"/>
              </a:spcAft>
              <a:buClr>
                <a:schemeClr val="dk2"/>
              </a:buClr>
              <a:buSzPts val="1000"/>
              <a:buNone/>
              <a:defRPr sz="1000"/>
            </a:lvl2pPr>
            <a:lvl3pPr lvl="2">
              <a:spcBef>
                <a:spcPts val="0"/>
              </a:spcBef>
              <a:spcAft>
                <a:spcPts val="0"/>
              </a:spcAft>
              <a:buClr>
                <a:schemeClr val="dk2"/>
              </a:buClr>
              <a:buSzPts val="1000"/>
              <a:buNone/>
              <a:defRPr sz="1000"/>
            </a:lvl3pPr>
            <a:lvl4pPr lvl="3">
              <a:spcBef>
                <a:spcPts val="0"/>
              </a:spcBef>
              <a:spcAft>
                <a:spcPts val="0"/>
              </a:spcAft>
              <a:buClr>
                <a:schemeClr val="dk2"/>
              </a:buClr>
              <a:buSzPts val="1000"/>
              <a:buNone/>
              <a:defRPr sz="1000"/>
            </a:lvl4pPr>
            <a:lvl5pPr lvl="4">
              <a:spcBef>
                <a:spcPts val="0"/>
              </a:spcBef>
              <a:spcAft>
                <a:spcPts val="0"/>
              </a:spcAft>
              <a:buClr>
                <a:schemeClr val="dk2"/>
              </a:buClr>
              <a:buSzPts val="1000"/>
              <a:buNone/>
              <a:defRPr sz="1000"/>
            </a:lvl5pPr>
            <a:lvl6pPr lvl="5">
              <a:spcBef>
                <a:spcPts val="0"/>
              </a:spcBef>
              <a:spcAft>
                <a:spcPts val="0"/>
              </a:spcAft>
              <a:buClr>
                <a:schemeClr val="dk2"/>
              </a:buClr>
              <a:buSzPts val="1000"/>
              <a:buNone/>
              <a:defRPr sz="1000"/>
            </a:lvl6pPr>
            <a:lvl7pPr lvl="6">
              <a:spcBef>
                <a:spcPts val="0"/>
              </a:spcBef>
              <a:spcAft>
                <a:spcPts val="0"/>
              </a:spcAft>
              <a:buClr>
                <a:schemeClr val="dk2"/>
              </a:buClr>
              <a:buSzPts val="1000"/>
              <a:buNone/>
              <a:defRPr sz="1000"/>
            </a:lvl7pPr>
            <a:lvl8pPr lvl="7">
              <a:spcBef>
                <a:spcPts val="0"/>
              </a:spcBef>
              <a:spcAft>
                <a:spcPts val="0"/>
              </a:spcAft>
              <a:buClr>
                <a:schemeClr val="dk2"/>
              </a:buClr>
              <a:buSzPts val="1000"/>
              <a:buNone/>
              <a:defRPr sz="1000"/>
            </a:lvl8pPr>
            <a:lvl9pPr lvl="8">
              <a:spcBef>
                <a:spcPts val="0"/>
              </a:spcBef>
              <a:spcAft>
                <a:spcPts val="0"/>
              </a:spcAft>
              <a:buClr>
                <a:schemeClr val="dk2"/>
              </a:buClr>
              <a:buSzPts val="1000"/>
              <a:buNone/>
              <a:defRPr sz="1000"/>
            </a:lvl9pPr>
          </a:lstStyle>
          <a:p/>
        </p:txBody>
      </p:sp>
      <p:sp>
        <p:nvSpPr>
          <p:cNvPr id="202" name="Google Shape;202;p11"/>
          <p:cNvSpPr txBox="1"/>
          <p:nvPr>
            <p:ph idx="15" type="subTitle"/>
          </p:nvPr>
        </p:nvSpPr>
        <p:spPr>
          <a:xfrm>
            <a:off x="4619100" y="2694397"/>
            <a:ext cx="2101200" cy="436500"/>
          </a:xfrm>
          <a:prstGeom prst="rect">
            <a:avLst/>
          </a:prstGeom>
        </p:spPr>
        <p:txBody>
          <a:bodyPr anchorCtr="0" anchor="b" bIns="0" lIns="182875" spcFirstLastPara="1" rIns="0" wrap="square" tIns="0">
            <a:noAutofit/>
          </a:bodyPr>
          <a:lstStyle>
            <a:lvl1pPr lvl="0">
              <a:spcBef>
                <a:spcPts val="0"/>
              </a:spcBef>
              <a:spcAft>
                <a:spcPts val="0"/>
              </a:spcAft>
              <a:buClr>
                <a:schemeClr val="dk2"/>
              </a:buClr>
              <a:buSzPts val="1200"/>
              <a:buNone/>
              <a:defRPr b="1" sz="1200"/>
            </a:lvl1pPr>
            <a:lvl2pPr lvl="1">
              <a:spcBef>
                <a:spcPts val="0"/>
              </a:spcBef>
              <a:spcAft>
                <a:spcPts val="0"/>
              </a:spcAft>
              <a:buClr>
                <a:schemeClr val="dk2"/>
              </a:buClr>
              <a:buSzPts val="1200"/>
              <a:buNone/>
              <a:defRPr sz="1200"/>
            </a:lvl2pPr>
            <a:lvl3pPr lvl="2">
              <a:spcBef>
                <a:spcPts val="0"/>
              </a:spcBef>
              <a:spcAft>
                <a:spcPts val="0"/>
              </a:spcAft>
              <a:buClr>
                <a:schemeClr val="dk2"/>
              </a:buClr>
              <a:buSzPts val="1200"/>
              <a:buNone/>
              <a:defRPr sz="1200"/>
            </a:lvl3pPr>
            <a:lvl4pPr lvl="3">
              <a:spcBef>
                <a:spcPts val="0"/>
              </a:spcBef>
              <a:spcAft>
                <a:spcPts val="0"/>
              </a:spcAft>
              <a:buClr>
                <a:schemeClr val="dk2"/>
              </a:buClr>
              <a:buSzPts val="1200"/>
              <a:buNone/>
              <a:defRPr sz="1200"/>
            </a:lvl4pPr>
            <a:lvl5pPr lvl="4">
              <a:spcBef>
                <a:spcPts val="0"/>
              </a:spcBef>
              <a:spcAft>
                <a:spcPts val="0"/>
              </a:spcAft>
              <a:buClr>
                <a:schemeClr val="dk2"/>
              </a:buClr>
              <a:buSzPts val="1200"/>
              <a:buNone/>
              <a:defRPr sz="1200"/>
            </a:lvl5pPr>
            <a:lvl6pPr lvl="5">
              <a:spcBef>
                <a:spcPts val="0"/>
              </a:spcBef>
              <a:spcAft>
                <a:spcPts val="0"/>
              </a:spcAft>
              <a:buClr>
                <a:schemeClr val="dk2"/>
              </a:buClr>
              <a:buSzPts val="1200"/>
              <a:buNone/>
              <a:defRPr sz="1200"/>
            </a:lvl6pPr>
            <a:lvl7pPr lvl="6">
              <a:spcBef>
                <a:spcPts val="0"/>
              </a:spcBef>
              <a:spcAft>
                <a:spcPts val="0"/>
              </a:spcAft>
              <a:buClr>
                <a:schemeClr val="dk2"/>
              </a:buClr>
              <a:buSzPts val="1200"/>
              <a:buNone/>
              <a:defRPr sz="1200"/>
            </a:lvl7pPr>
            <a:lvl8pPr lvl="7">
              <a:spcBef>
                <a:spcPts val="0"/>
              </a:spcBef>
              <a:spcAft>
                <a:spcPts val="0"/>
              </a:spcAft>
              <a:buClr>
                <a:schemeClr val="dk2"/>
              </a:buClr>
              <a:buSzPts val="1200"/>
              <a:buNone/>
              <a:defRPr sz="1200"/>
            </a:lvl8pPr>
            <a:lvl9pPr lvl="8">
              <a:spcBef>
                <a:spcPts val="0"/>
              </a:spcBef>
              <a:spcAft>
                <a:spcPts val="0"/>
              </a:spcAft>
              <a:buClr>
                <a:schemeClr val="dk2"/>
              </a:buClr>
              <a:buSzPts val="1200"/>
              <a:buNone/>
              <a:defRPr sz="1200"/>
            </a:lvl9pPr>
          </a:lstStyle>
          <a:p/>
        </p:txBody>
      </p:sp>
      <p:sp>
        <p:nvSpPr>
          <p:cNvPr id="203" name="Google Shape;203;p11"/>
          <p:cNvSpPr txBox="1"/>
          <p:nvPr>
            <p:ph idx="16" type="body"/>
          </p:nvPr>
        </p:nvSpPr>
        <p:spPr>
          <a:xfrm>
            <a:off x="4619100" y="3478500"/>
            <a:ext cx="2101200" cy="1205100"/>
          </a:xfrm>
          <a:prstGeom prst="rect">
            <a:avLst/>
          </a:prstGeom>
        </p:spPr>
        <p:txBody>
          <a:bodyPr anchorCtr="0" anchor="t" bIns="91425"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204" name="Google Shape;204;p11"/>
          <p:cNvSpPr/>
          <p:nvPr>
            <p:ph idx="17" type="pic"/>
          </p:nvPr>
        </p:nvSpPr>
        <p:spPr>
          <a:xfrm>
            <a:off x="7010700" y="2021200"/>
            <a:ext cx="673200" cy="673200"/>
          </a:xfrm>
          <a:prstGeom prst="roundRect">
            <a:avLst>
              <a:gd fmla="val 16667" name="adj"/>
            </a:avLst>
          </a:prstGeom>
          <a:noFill/>
          <a:ln cap="flat" cmpd="sng" w="9525">
            <a:solidFill>
              <a:schemeClr val="accent1"/>
            </a:solidFill>
            <a:prstDash val="solid"/>
            <a:round/>
            <a:headEnd len="sm" w="sm" type="none"/>
            <a:tailEnd len="sm" w="sm" type="none"/>
          </a:ln>
        </p:spPr>
      </p:sp>
      <p:sp>
        <p:nvSpPr>
          <p:cNvPr id="205" name="Google Shape;205;p11"/>
          <p:cNvSpPr txBox="1"/>
          <p:nvPr>
            <p:ph idx="18" type="subTitle"/>
          </p:nvPr>
        </p:nvSpPr>
        <p:spPr>
          <a:xfrm>
            <a:off x="6814425" y="3143115"/>
            <a:ext cx="2101200" cy="305700"/>
          </a:xfrm>
          <a:prstGeom prst="rect">
            <a:avLst/>
          </a:prstGeom>
        </p:spPr>
        <p:txBody>
          <a:bodyPr anchorCtr="0" anchor="t" bIns="182875" lIns="182875" spcFirstLastPara="1" rIns="91425" wrap="square" tIns="0">
            <a:noAutofit/>
          </a:bodyPr>
          <a:lstStyle>
            <a:lvl1pPr lvl="0">
              <a:spcBef>
                <a:spcPts val="0"/>
              </a:spcBef>
              <a:spcAft>
                <a:spcPts val="0"/>
              </a:spcAft>
              <a:buClr>
                <a:schemeClr val="dk2"/>
              </a:buClr>
              <a:buSzPts val="1000"/>
              <a:buNone/>
              <a:defRPr sz="1000"/>
            </a:lvl1pPr>
            <a:lvl2pPr lvl="1">
              <a:spcBef>
                <a:spcPts val="0"/>
              </a:spcBef>
              <a:spcAft>
                <a:spcPts val="0"/>
              </a:spcAft>
              <a:buClr>
                <a:schemeClr val="dk2"/>
              </a:buClr>
              <a:buSzPts val="1000"/>
              <a:buNone/>
              <a:defRPr sz="1000"/>
            </a:lvl2pPr>
            <a:lvl3pPr lvl="2">
              <a:spcBef>
                <a:spcPts val="0"/>
              </a:spcBef>
              <a:spcAft>
                <a:spcPts val="0"/>
              </a:spcAft>
              <a:buClr>
                <a:schemeClr val="dk2"/>
              </a:buClr>
              <a:buSzPts val="1000"/>
              <a:buNone/>
              <a:defRPr sz="1000"/>
            </a:lvl3pPr>
            <a:lvl4pPr lvl="3">
              <a:spcBef>
                <a:spcPts val="0"/>
              </a:spcBef>
              <a:spcAft>
                <a:spcPts val="0"/>
              </a:spcAft>
              <a:buClr>
                <a:schemeClr val="dk2"/>
              </a:buClr>
              <a:buSzPts val="1000"/>
              <a:buNone/>
              <a:defRPr sz="1000"/>
            </a:lvl4pPr>
            <a:lvl5pPr lvl="4">
              <a:spcBef>
                <a:spcPts val="0"/>
              </a:spcBef>
              <a:spcAft>
                <a:spcPts val="0"/>
              </a:spcAft>
              <a:buClr>
                <a:schemeClr val="dk2"/>
              </a:buClr>
              <a:buSzPts val="1000"/>
              <a:buNone/>
              <a:defRPr sz="1000"/>
            </a:lvl5pPr>
            <a:lvl6pPr lvl="5">
              <a:spcBef>
                <a:spcPts val="0"/>
              </a:spcBef>
              <a:spcAft>
                <a:spcPts val="0"/>
              </a:spcAft>
              <a:buClr>
                <a:schemeClr val="dk2"/>
              </a:buClr>
              <a:buSzPts val="1000"/>
              <a:buNone/>
              <a:defRPr sz="1000"/>
            </a:lvl6pPr>
            <a:lvl7pPr lvl="6">
              <a:spcBef>
                <a:spcPts val="0"/>
              </a:spcBef>
              <a:spcAft>
                <a:spcPts val="0"/>
              </a:spcAft>
              <a:buClr>
                <a:schemeClr val="dk2"/>
              </a:buClr>
              <a:buSzPts val="1000"/>
              <a:buNone/>
              <a:defRPr sz="1000"/>
            </a:lvl7pPr>
            <a:lvl8pPr lvl="7">
              <a:spcBef>
                <a:spcPts val="0"/>
              </a:spcBef>
              <a:spcAft>
                <a:spcPts val="0"/>
              </a:spcAft>
              <a:buClr>
                <a:schemeClr val="dk2"/>
              </a:buClr>
              <a:buSzPts val="1000"/>
              <a:buNone/>
              <a:defRPr sz="1000"/>
            </a:lvl8pPr>
            <a:lvl9pPr lvl="8">
              <a:spcBef>
                <a:spcPts val="0"/>
              </a:spcBef>
              <a:spcAft>
                <a:spcPts val="0"/>
              </a:spcAft>
              <a:buClr>
                <a:schemeClr val="dk2"/>
              </a:buClr>
              <a:buSzPts val="1000"/>
              <a:buNone/>
              <a:defRPr sz="1000"/>
            </a:lvl9pPr>
          </a:lstStyle>
          <a:p/>
        </p:txBody>
      </p:sp>
      <p:sp>
        <p:nvSpPr>
          <p:cNvPr id="206" name="Google Shape;206;p11"/>
          <p:cNvSpPr txBox="1"/>
          <p:nvPr>
            <p:ph idx="19" type="subTitle"/>
          </p:nvPr>
        </p:nvSpPr>
        <p:spPr>
          <a:xfrm>
            <a:off x="6814425" y="2694397"/>
            <a:ext cx="2101200" cy="436500"/>
          </a:xfrm>
          <a:prstGeom prst="rect">
            <a:avLst/>
          </a:prstGeom>
        </p:spPr>
        <p:txBody>
          <a:bodyPr anchorCtr="0" anchor="b" bIns="0" lIns="182875" spcFirstLastPara="1" rIns="0" wrap="square" tIns="0">
            <a:noAutofit/>
          </a:bodyPr>
          <a:lstStyle>
            <a:lvl1pPr lvl="0">
              <a:spcBef>
                <a:spcPts val="0"/>
              </a:spcBef>
              <a:spcAft>
                <a:spcPts val="0"/>
              </a:spcAft>
              <a:buClr>
                <a:schemeClr val="dk2"/>
              </a:buClr>
              <a:buSzPts val="1200"/>
              <a:buNone/>
              <a:defRPr b="1" sz="1200"/>
            </a:lvl1pPr>
            <a:lvl2pPr lvl="1">
              <a:spcBef>
                <a:spcPts val="0"/>
              </a:spcBef>
              <a:spcAft>
                <a:spcPts val="0"/>
              </a:spcAft>
              <a:buClr>
                <a:schemeClr val="dk2"/>
              </a:buClr>
              <a:buSzPts val="1200"/>
              <a:buNone/>
              <a:defRPr sz="1200"/>
            </a:lvl2pPr>
            <a:lvl3pPr lvl="2">
              <a:spcBef>
                <a:spcPts val="0"/>
              </a:spcBef>
              <a:spcAft>
                <a:spcPts val="0"/>
              </a:spcAft>
              <a:buClr>
                <a:schemeClr val="dk2"/>
              </a:buClr>
              <a:buSzPts val="1200"/>
              <a:buNone/>
              <a:defRPr sz="1200"/>
            </a:lvl3pPr>
            <a:lvl4pPr lvl="3">
              <a:spcBef>
                <a:spcPts val="0"/>
              </a:spcBef>
              <a:spcAft>
                <a:spcPts val="0"/>
              </a:spcAft>
              <a:buClr>
                <a:schemeClr val="dk2"/>
              </a:buClr>
              <a:buSzPts val="1200"/>
              <a:buNone/>
              <a:defRPr sz="1200"/>
            </a:lvl4pPr>
            <a:lvl5pPr lvl="4">
              <a:spcBef>
                <a:spcPts val="0"/>
              </a:spcBef>
              <a:spcAft>
                <a:spcPts val="0"/>
              </a:spcAft>
              <a:buClr>
                <a:schemeClr val="dk2"/>
              </a:buClr>
              <a:buSzPts val="1200"/>
              <a:buNone/>
              <a:defRPr sz="1200"/>
            </a:lvl5pPr>
            <a:lvl6pPr lvl="5">
              <a:spcBef>
                <a:spcPts val="0"/>
              </a:spcBef>
              <a:spcAft>
                <a:spcPts val="0"/>
              </a:spcAft>
              <a:buClr>
                <a:schemeClr val="dk2"/>
              </a:buClr>
              <a:buSzPts val="1200"/>
              <a:buNone/>
              <a:defRPr sz="1200"/>
            </a:lvl6pPr>
            <a:lvl7pPr lvl="6">
              <a:spcBef>
                <a:spcPts val="0"/>
              </a:spcBef>
              <a:spcAft>
                <a:spcPts val="0"/>
              </a:spcAft>
              <a:buClr>
                <a:schemeClr val="dk2"/>
              </a:buClr>
              <a:buSzPts val="1200"/>
              <a:buNone/>
              <a:defRPr sz="1200"/>
            </a:lvl7pPr>
            <a:lvl8pPr lvl="7">
              <a:spcBef>
                <a:spcPts val="0"/>
              </a:spcBef>
              <a:spcAft>
                <a:spcPts val="0"/>
              </a:spcAft>
              <a:buClr>
                <a:schemeClr val="dk2"/>
              </a:buClr>
              <a:buSzPts val="1200"/>
              <a:buNone/>
              <a:defRPr sz="1200"/>
            </a:lvl8pPr>
            <a:lvl9pPr lvl="8">
              <a:spcBef>
                <a:spcPts val="0"/>
              </a:spcBef>
              <a:spcAft>
                <a:spcPts val="0"/>
              </a:spcAft>
              <a:buClr>
                <a:schemeClr val="dk2"/>
              </a:buClr>
              <a:buSzPts val="1200"/>
              <a:buNone/>
              <a:defRPr sz="1200"/>
            </a:lvl9pPr>
          </a:lstStyle>
          <a:p/>
        </p:txBody>
      </p:sp>
      <p:sp>
        <p:nvSpPr>
          <p:cNvPr id="207" name="Google Shape;207;p11"/>
          <p:cNvSpPr txBox="1"/>
          <p:nvPr>
            <p:ph idx="20" type="body"/>
          </p:nvPr>
        </p:nvSpPr>
        <p:spPr>
          <a:xfrm>
            <a:off x="6814425" y="3461064"/>
            <a:ext cx="2101200" cy="1205100"/>
          </a:xfrm>
          <a:prstGeom prst="rect">
            <a:avLst/>
          </a:prstGeom>
        </p:spPr>
        <p:txBody>
          <a:bodyPr anchorCtr="0" anchor="t" bIns="91425"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208" name="Google Shape;208;p11"/>
          <p:cNvSpPr txBox="1"/>
          <p:nvPr>
            <p:ph idx="21"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600"/>
              <a:buFont typeface="Inter"/>
              <a:buNone/>
              <a:defRPr>
                <a:solidFill>
                  <a:schemeClr val="dk1"/>
                </a:solidFill>
              </a:defRPr>
            </a:lvl1pPr>
            <a:lvl2pPr lvl="1" algn="r">
              <a:spcBef>
                <a:spcPts val="0"/>
              </a:spcBef>
              <a:spcAft>
                <a:spcPts val="0"/>
              </a:spcAft>
              <a:buClr>
                <a:schemeClr val="dk1"/>
              </a:buClr>
              <a:buSzPts val="1400"/>
              <a:buFont typeface="Inter"/>
              <a:buNone/>
              <a:defRPr>
                <a:solidFill>
                  <a:schemeClr val="dk1"/>
                </a:solidFill>
              </a:defRPr>
            </a:lvl2pPr>
            <a:lvl3pPr lvl="2" algn="r">
              <a:spcBef>
                <a:spcPts val="0"/>
              </a:spcBef>
              <a:spcAft>
                <a:spcPts val="0"/>
              </a:spcAft>
              <a:buClr>
                <a:schemeClr val="dk1"/>
              </a:buClr>
              <a:buSzPts val="1400"/>
              <a:buFont typeface="Inter"/>
              <a:buNone/>
              <a:defRPr>
                <a:solidFill>
                  <a:schemeClr val="dk1"/>
                </a:solidFill>
              </a:defRPr>
            </a:lvl3pPr>
            <a:lvl4pPr lvl="3" algn="r">
              <a:spcBef>
                <a:spcPts val="0"/>
              </a:spcBef>
              <a:spcAft>
                <a:spcPts val="0"/>
              </a:spcAft>
              <a:buClr>
                <a:schemeClr val="dk1"/>
              </a:buClr>
              <a:buSzPts val="1400"/>
              <a:buFont typeface="Inter"/>
              <a:buNone/>
              <a:defRPr>
                <a:solidFill>
                  <a:schemeClr val="dk1"/>
                </a:solidFill>
              </a:defRPr>
            </a:lvl4pPr>
            <a:lvl5pPr lvl="4" algn="r">
              <a:spcBef>
                <a:spcPts val="0"/>
              </a:spcBef>
              <a:spcAft>
                <a:spcPts val="0"/>
              </a:spcAft>
              <a:buClr>
                <a:schemeClr val="dk1"/>
              </a:buClr>
              <a:buSzPts val="1400"/>
              <a:buFont typeface="Inter"/>
              <a:buNone/>
              <a:defRPr>
                <a:solidFill>
                  <a:schemeClr val="dk1"/>
                </a:solidFill>
              </a:defRPr>
            </a:lvl5pPr>
            <a:lvl6pPr lvl="5" algn="r">
              <a:spcBef>
                <a:spcPts val="0"/>
              </a:spcBef>
              <a:spcAft>
                <a:spcPts val="0"/>
              </a:spcAft>
              <a:buClr>
                <a:schemeClr val="dk1"/>
              </a:buClr>
              <a:buSzPts val="1400"/>
              <a:buFont typeface="Inter"/>
              <a:buNone/>
              <a:defRPr>
                <a:solidFill>
                  <a:schemeClr val="dk1"/>
                </a:solidFill>
              </a:defRPr>
            </a:lvl6pPr>
            <a:lvl7pPr lvl="6" algn="r">
              <a:spcBef>
                <a:spcPts val="0"/>
              </a:spcBef>
              <a:spcAft>
                <a:spcPts val="0"/>
              </a:spcAft>
              <a:buClr>
                <a:schemeClr val="dk1"/>
              </a:buClr>
              <a:buSzPts val="1400"/>
              <a:buFont typeface="Inter"/>
              <a:buNone/>
              <a:defRPr>
                <a:solidFill>
                  <a:schemeClr val="dk1"/>
                </a:solidFill>
              </a:defRPr>
            </a:lvl7pPr>
            <a:lvl8pPr lvl="7" algn="r">
              <a:spcBef>
                <a:spcPts val="0"/>
              </a:spcBef>
              <a:spcAft>
                <a:spcPts val="0"/>
              </a:spcAft>
              <a:buClr>
                <a:schemeClr val="dk1"/>
              </a:buClr>
              <a:buSzPts val="1400"/>
              <a:buFont typeface="Inter"/>
              <a:buNone/>
              <a:defRPr>
                <a:solidFill>
                  <a:schemeClr val="dk1"/>
                </a:solidFill>
              </a:defRPr>
            </a:lvl8pPr>
            <a:lvl9pPr lvl="8" algn="r">
              <a:spcBef>
                <a:spcPts val="0"/>
              </a:spcBef>
              <a:spcAft>
                <a:spcPts val="0"/>
              </a:spcAft>
              <a:buClr>
                <a:schemeClr val="dk1"/>
              </a:buClr>
              <a:buSzPts val="1400"/>
              <a:buFont typeface="Inter"/>
              <a:buNone/>
              <a:defRPr>
                <a:solidFill>
                  <a:schemeClr val="dk1"/>
                </a:solidFill>
              </a:defRPr>
            </a:lvl9pPr>
          </a:lstStyle>
          <a:p/>
        </p:txBody>
      </p:sp>
      <p:sp>
        <p:nvSpPr>
          <p:cNvPr id="209" name="Google Shape;209;p11"/>
          <p:cNvSpPr txBox="1"/>
          <p:nvPr>
            <p:ph idx="22"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210" name="Google Shape;210;p11"/>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211" name="Google Shape;211;p11"/>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extLst>
    <p:ext uri="{DCECCB84-F9BA-43D5-87BE-67443E8EF086}">
      <p15:sldGuideLst>
        <p15:guide id="1" orient="horz" pos="72">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ards - ALT">
  <p:cSld name="BLANK_1_1_1_1_1_1_1_1_1_1_1_1_1_1_1_2_1_1">
    <p:bg>
      <p:bgPr>
        <a:solidFill>
          <a:schemeClr val="dk2"/>
        </a:solidFill>
      </p:bgPr>
    </p:bg>
    <p:spTree>
      <p:nvGrpSpPr>
        <p:cNvPr id="212" name="Shape 212"/>
        <p:cNvGrpSpPr/>
        <p:nvPr/>
      </p:nvGrpSpPr>
      <p:grpSpPr>
        <a:xfrm>
          <a:off x="0" y="0"/>
          <a:ext cx="0" cy="0"/>
          <a:chOff x="0" y="0"/>
          <a:chExt cx="0" cy="0"/>
        </a:xfrm>
      </p:grpSpPr>
      <p:sp>
        <p:nvSpPr>
          <p:cNvPr id="213" name="Google Shape;213;p12"/>
          <p:cNvSpPr/>
          <p:nvPr>
            <p:ph idx="2" type="pic"/>
          </p:nvPr>
        </p:nvSpPr>
        <p:spPr>
          <a:xfrm>
            <a:off x="3907788" y="1988400"/>
            <a:ext cx="427500" cy="427500"/>
          </a:xfrm>
          <a:prstGeom prst="roundRect">
            <a:avLst>
              <a:gd fmla="val 25468" name="adj"/>
            </a:avLst>
          </a:prstGeom>
          <a:noFill/>
          <a:ln cap="flat" cmpd="sng" w="9525">
            <a:solidFill>
              <a:schemeClr val="accent1"/>
            </a:solidFill>
            <a:prstDash val="solid"/>
            <a:round/>
            <a:headEnd len="sm" w="sm" type="none"/>
            <a:tailEnd len="sm" w="sm" type="none"/>
          </a:ln>
        </p:spPr>
      </p:sp>
      <p:sp>
        <p:nvSpPr>
          <p:cNvPr id="214" name="Google Shape;214;p12"/>
          <p:cNvSpPr/>
          <p:nvPr>
            <p:ph idx="3" type="pic"/>
          </p:nvPr>
        </p:nvSpPr>
        <p:spPr>
          <a:xfrm>
            <a:off x="6099275" y="1988400"/>
            <a:ext cx="427500" cy="427500"/>
          </a:xfrm>
          <a:prstGeom prst="roundRect">
            <a:avLst>
              <a:gd fmla="val 25468" name="adj"/>
            </a:avLst>
          </a:prstGeom>
          <a:noFill/>
          <a:ln cap="flat" cmpd="sng" w="9525">
            <a:solidFill>
              <a:schemeClr val="dk1"/>
            </a:solidFill>
            <a:prstDash val="solid"/>
            <a:round/>
            <a:headEnd len="sm" w="sm" type="none"/>
            <a:tailEnd len="sm" w="sm" type="none"/>
          </a:ln>
        </p:spPr>
      </p:sp>
      <p:sp>
        <p:nvSpPr>
          <p:cNvPr id="215" name="Google Shape;215;p12"/>
          <p:cNvSpPr/>
          <p:nvPr>
            <p:ph idx="4" type="pic"/>
          </p:nvPr>
        </p:nvSpPr>
        <p:spPr>
          <a:xfrm>
            <a:off x="8290763" y="1988400"/>
            <a:ext cx="427500" cy="427500"/>
          </a:xfrm>
          <a:prstGeom prst="roundRect">
            <a:avLst>
              <a:gd fmla="val 25468" name="adj"/>
            </a:avLst>
          </a:prstGeom>
          <a:noFill/>
          <a:ln cap="flat" cmpd="sng" w="9525">
            <a:solidFill>
              <a:schemeClr val="accent1"/>
            </a:solidFill>
            <a:prstDash val="solid"/>
            <a:round/>
            <a:headEnd len="sm" w="sm" type="none"/>
            <a:tailEnd len="sm" w="sm" type="none"/>
          </a:ln>
        </p:spPr>
      </p:sp>
      <p:sp>
        <p:nvSpPr>
          <p:cNvPr id="216" name="Google Shape;216;p12"/>
          <p:cNvSpPr/>
          <p:nvPr>
            <p:ph idx="5" type="pic"/>
          </p:nvPr>
        </p:nvSpPr>
        <p:spPr>
          <a:xfrm>
            <a:off x="3399288" y="1988400"/>
            <a:ext cx="427500" cy="427500"/>
          </a:xfrm>
          <a:prstGeom prst="roundRect">
            <a:avLst>
              <a:gd fmla="val 25468" name="adj"/>
            </a:avLst>
          </a:prstGeom>
          <a:noFill/>
          <a:ln cap="flat" cmpd="sng" w="9525">
            <a:solidFill>
              <a:schemeClr val="accent1"/>
            </a:solidFill>
            <a:prstDash val="solid"/>
            <a:round/>
            <a:headEnd len="sm" w="sm" type="none"/>
            <a:tailEnd len="sm" w="sm" type="none"/>
          </a:ln>
        </p:spPr>
      </p:sp>
      <p:sp>
        <p:nvSpPr>
          <p:cNvPr id="217" name="Google Shape;217;p12"/>
          <p:cNvSpPr txBox="1"/>
          <p:nvPr>
            <p:ph idx="1"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18" name="Google Shape;218;p12"/>
          <p:cNvSpPr txBox="1"/>
          <p:nvPr>
            <p:ph idx="6"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19" name="Google Shape;219;p12"/>
          <p:cNvSpPr txBox="1"/>
          <p:nvPr>
            <p:ph type="title"/>
          </p:nvPr>
        </p:nvSpPr>
        <p:spPr>
          <a:xfrm>
            <a:off x="228600" y="457200"/>
            <a:ext cx="4296600" cy="7977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9pPr>
          </a:lstStyle>
          <a:p/>
        </p:txBody>
      </p:sp>
      <p:sp>
        <p:nvSpPr>
          <p:cNvPr id="220" name="Google Shape;220;p12"/>
          <p:cNvSpPr txBox="1"/>
          <p:nvPr>
            <p:ph idx="7" type="subTitle"/>
          </p:nvPr>
        </p:nvSpPr>
        <p:spPr>
          <a:xfrm>
            <a:off x="228450" y="1983900"/>
            <a:ext cx="1488000" cy="436500"/>
          </a:xfrm>
          <a:prstGeom prst="rect">
            <a:avLst/>
          </a:prstGeom>
        </p:spPr>
        <p:txBody>
          <a:bodyPr anchorCtr="0" anchor="t" bIns="182875" lIns="182875" spcFirstLastPara="1" rIns="91425" wrap="square" tIns="91425">
            <a:normAutofit/>
          </a:bodyPr>
          <a:lstStyle>
            <a:lvl1pPr lvl="0">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1pPr>
            <a:lvl2pPr lvl="1">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2pPr>
            <a:lvl3pPr lvl="2">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3pPr>
            <a:lvl4pPr lvl="3">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4pPr>
            <a:lvl5pPr lvl="4">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5pPr>
            <a:lvl6pPr lvl="5">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6pPr>
            <a:lvl7pPr lvl="6">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7pPr>
            <a:lvl8pPr lvl="7">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8pPr>
            <a:lvl9pPr lvl="8">
              <a:lnSpc>
                <a:spcPct val="80000"/>
              </a:lnSpc>
              <a:spcBef>
                <a:spcPts val="0"/>
              </a:spcBef>
              <a:spcAft>
                <a:spcPts val="0"/>
              </a:spcAft>
              <a:buClr>
                <a:schemeClr val="dk2"/>
              </a:buClr>
              <a:buSzPts val="3000"/>
              <a:buFont typeface="Inter Black"/>
              <a:buNone/>
              <a:defRPr sz="3000">
                <a:solidFill>
                  <a:schemeClr val="dk2"/>
                </a:solidFill>
                <a:latin typeface="Inter Black"/>
                <a:ea typeface="Inter Black"/>
                <a:cs typeface="Inter Black"/>
                <a:sym typeface="Inter Black"/>
              </a:defRPr>
            </a:lvl9pPr>
          </a:lstStyle>
          <a:p/>
        </p:txBody>
      </p:sp>
      <p:sp>
        <p:nvSpPr>
          <p:cNvPr id="221" name="Google Shape;221;p12"/>
          <p:cNvSpPr txBox="1"/>
          <p:nvPr>
            <p:ph idx="8" type="body"/>
          </p:nvPr>
        </p:nvSpPr>
        <p:spPr>
          <a:xfrm>
            <a:off x="228450" y="2668644"/>
            <a:ext cx="2101200" cy="1939200"/>
          </a:xfrm>
          <a:prstGeom prst="rect">
            <a:avLst/>
          </a:prstGeom>
        </p:spPr>
        <p:txBody>
          <a:bodyPr anchorCtr="0" anchor="t" bIns="91425"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222" name="Google Shape;222;p12"/>
          <p:cNvSpPr txBox="1"/>
          <p:nvPr>
            <p:ph idx="9" type="subTitle"/>
          </p:nvPr>
        </p:nvSpPr>
        <p:spPr>
          <a:xfrm>
            <a:off x="2423200" y="1983900"/>
            <a:ext cx="976200" cy="436500"/>
          </a:xfrm>
          <a:prstGeom prst="rect">
            <a:avLst/>
          </a:prstGeom>
        </p:spPr>
        <p:txBody>
          <a:bodyPr anchorCtr="0" anchor="t" bIns="182875" lIns="182875" spcFirstLastPara="1" rIns="91425" wrap="square" tIns="91425">
            <a:normAutofit/>
          </a:bodyPr>
          <a:lstStyle>
            <a:lvl1pPr lvl="0">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1pPr>
            <a:lvl2pPr lvl="1">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2pPr>
            <a:lvl3pPr lvl="2">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3pPr>
            <a:lvl4pPr lvl="3">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4pPr>
            <a:lvl5pPr lvl="4">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5pPr>
            <a:lvl6pPr lvl="5">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6pPr>
            <a:lvl7pPr lvl="6">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7pPr>
            <a:lvl8pPr lvl="7">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8pPr>
            <a:lvl9pPr lvl="8">
              <a:lnSpc>
                <a:spcPct val="80000"/>
              </a:lnSpc>
              <a:spcBef>
                <a:spcPts val="0"/>
              </a:spcBef>
              <a:spcAft>
                <a:spcPts val="0"/>
              </a:spcAft>
              <a:buClr>
                <a:schemeClr val="lt2"/>
              </a:buClr>
              <a:buSzPts val="3000"/>
              <a:buFont typeface="Inter Black"/>
              <a:buNone/>
              <a:defRPr sz="3000">
                <a:solidFill>
                  <a:schemeClr val="lt2"/>
                </a:solidFill>
                <a:latin typeface="Inter Black"/>
                <a:ea typeface="Inter Black"/>
                <a:cs typeface="Inter Black"/>
                <a:sym typeface="Inter Black"/>
              </a:defRPr>
            </a:lvl9pPr>
          </a:lstStyle>
          <a:p/>
        </p:txBody>
      </p:sp>
      <p:sp>
        <p:nvSpPr>
          <p:cNvPr id="223" name="Google Shape;223;p12"/>
          <p:cNvSpPr txBox="1"/>
          <p:nvPr>
            <p:ph idx="13" type="body"/>
          </p:nvPr>
        </p:nvSpPr>
        <p:spPr>
          <a:xfrm>
            <a:off x="2423775" y="2668644"/>
            <a:ext cx="2101200" cy="1939200"/>
          </a:xfrm>
          <a:prstGeom prst="rect">
            <a:avLst/>
          </a:prstGeom>
        </p:spPr>
        <p:txBody>
          <a:bodyPr anchorCtr="0" anchor="t" bIns="91425" lIns="182875" spcFirstLastPara="1" rIns="182875"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
        <p:nvSpPr>
          <p:cNvPr id="224" name="Google Shape;224;p12"/>
          <p:cNvSpPr txBox="1"/>
          <p:nvPr>
            <p:ph idx="14" type="subTitle"/>
          </p:nvPr>
        </p:nvSpPr>
        <p:spPr>
          <a:xfrm>
            <a:off x="4617950" y="1983900"/>
            <a:ext cx="1488000" cy="436500"/>
          </a:xfrm>
          <a:prstGeom prst="rect">
            <a:avLst/>
          </a:prstGeom>
        </p:spPr>
        <p:txBody>
          <a:bodyPr anchorCtr="0" anchor="t" bIns="182875" lIns="182875" spcFirstLastPara="1" rIns="91425" wrap="square" tIns="91425">
            <a:normAutofit/>
          </a:bodyPr>
          <a:lstStyle>
            <a:lvl1pPr lvl="0">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1pPr>
            <a:lvl2pPr lvl="1">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2pPr>
            <a:lvl3pPr lvl="2">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3pPr>
            <a:lvl4pPr lvl="3">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4pPr>
            <a:lvl5pPr lvl="4">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5pPr>
            <a:lvl6pPr lvl="5">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6pPr>
            <a:lvl7pPr lvl="6">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7pPr>
            <a:lvl8pPr lvl="7">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8pPr>
            <a:lvl9pPr lvl="8">
              <a:lnSpc>
                <a:spcPct val="80000"/>
              </a:lnSpc>
              <a:spcBef>
                <a:spcPts val="0"/>
              </a:spcBef>
              <a:spcAft>
                <a:spcPts val="0"/>
              </a:spcAft>
              <a:buClr>
                <a:schemeClr val="lt1"/>
              </a:buClr>
              <a:buSzPts val="3000"/>
              <a:buFont typeface="Inter Black"/>
              <a:buNone/>
              <a:defRPr sz="3000">
                <a:solidFill>
                  <a:schemeClr val="lt1"/>
                </a:solidFill>
                <a:latin typeface="Inter Black"/>
                <a:ea typeface="Inter Black"/>
                <a:cs typeface="Inter Black"/>
                <a:sym typeface="Inter Black"/>
              </a:defRPr>
            </a:lvl9pPr>
          </a:lstStyle>
          <a:p/>
        </p:txBody>
      </p:sp>
      <p:sp>
        <p:nvSpPr>
          <p:cNvPr id="225" name="Google Shape;225;p12"/>
          <p:cNvSpPr txBox="1"/>
          <p:nvPr>
            <p:ph idx="15" type="body"/>
          </p:nvPr>
        </p:nvSpPr>
        <p:spPr>
          <a:xfrm>
            <a:off x="4619100" y="2668644"/>
            <a:ext cx="2101200" cy="1939200"/>
          </a:xfrm>
          <a:prstGeom prst="rect">
            <a:avLst/>
          </a:prstGeom>
        </p:spPr>
        <p:txBody>
          <a:bodyPr anchorCtr="0" anchor="t" bIns="91425" lIns="182875" spcFirstLastPara="1" rIns="182875"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26" name="Google Shape;226;p12"/>
          <p:cNvSpPr txBox="1"/>
          <p:nvPr>
            <p:ph idx="16" type="subTitle"/>
          </p:nvPr>
        </p:nvSpPr>
        <p:spPr>
          <a:xfrm>
            <a:off x="6812125" y="1983900"/>
            <a:ext cx="1476300" cy="436500"/>
          </a:xfrm>
          <a:prstGeom prst="rect">
            <a:avLst/>
          </a:prstGeom>
        </p:spPr>
        <p:txBody>
          <a:bodyPr anchorCtr="0" anchor="t" bIns="182875" lIns="182875" spcFirstLastPara="1" rIns="91425" wrap="square" tIns="91425">
            <a:normAutofit/>
          </a:bodyPr>
          <a:lstStyle>
            <a:lvl1pPr lvl="0">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1pPr>
            <a:lvl2pPr lvl="1">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2pPr>
            <a:lvl3pPr lvl="2">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3pPr>
            <a:lvl4pPr lvl="3">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4pPr>
            <a:lvl5pPr lvl="4">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5pPr>
            <a:lvl6pPr lvl="5">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6pPr>
            <a:lvl7pPr lvl="6">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7pPr>
            <a:lvl8pPr lvl="7">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8pPr>
            <a:lvl9pPr lvl="8">
              <a:lnSpc>
                <a:spcPct val="80000"/>
              </a:lnSpc>
              <a:spcBef>
                <a:spcPts val="0"/>
              </a:spcBef>
              <a:spcAft>
                <a:spcPts val="0"/>
              </a:spcAft>
              <a:buClr>
                <a:schemeClr val="dk2"/>
              </a:buClr>
              <a:buSzPts val="3000"/>
              <a:buFont typeface="Inter Black"/>
              <a:buNone/>
              <a:defRPr sz="3000">
                <a:latin typeface="Inter Black"/>
                <a:ea typeface="Inter Black"/>
                <a:cs typeface="Inter Black"/>
                <a:sym typeface="Inter Black"/>
              </a:defRPr>
            </a:lvl9pPr>
          </a:lstStyle>
          <a:p/>
        </p:txBody>
      </p:sp>
      <p:sp>
        <p:nvSpPr>
          <p:cNvPr id="227" name="Google Shape;227;p12"/>
          <p:cNvSpPr txBox="1"/>
          <p:nvPr>
            <p:ph idx="17" type="body"/>
          </p:nvPr>
        </p:nvSpPr>
        <p:spPr>
          <a:xfrm>
            <a:off x="6814225" y="2668650"/>
            <a:ext cx="2101200" cy="2015400"/>
          </a:xfrm>
          <a:prstGeom prst="rect">
            <a:avLst/>
          </a:prstGeom>
        </p:spPr>
        <p:txBody>
          <a:bodyPr anchorCtr="0" anchor="t" bIns="91425"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228" name="Google Shape;228;p12"/>
          <p:cNvSpPr/>
          <p:nvPr>
            <p:ph idx="18" type="pic"/>
          </p:nvPr>
        </p:nvSpPr>
        <p:spPr>
          <a:xfrm>
            <a:off x="1716300" y="1988400"/>
            <a:ext cx="427500" cy="427500"/>
          </a:xfrm>
          <a:prstGeom prst="roundRect">
            <a:avLst>
              <a:gd fmla="val 25468" name="adj"/>
            </a:avLst>
          </a:prstGeom>
          <a:noFill/>
          <a:ln cap="flat" cmpd="sng" w="9525">
            <a:solidFill>
              <a:schemeClr val="accent1"/>
            </a:solidFill>
            <a:prstDash val="solid"/>
            <a:round/>
            <a:headEnd len="sm" w="sm" type="none"/>
            <a:tailEnd len="sm" w="sm" type="none"/>
          </a:ln>
        </p:spPr>
      </p:sp>
      <p:sp>
        <p:nvSpPr>
          <p:cNvPr id="229" name="Google Shape;229;p12"/>
          <p:cNvSpPr/>
          <p:nvPr/>
        </p:nvSpPr>
        <p:spPr>
          <a:xfrm rot="10800000">
            <a:off x="8637300" y="457200"/>
            <a:ext cx="278100" cy="278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grpSp>
        <p:nvGrpSpPr>
          <p:cNvPr id="230" name="Google Shape;230;p12"/>
          <p:cNvGrpSpPr/>
          <p:nvPr/>
        </p:nvGrpSpPr>
        <p:grpSpPr>
          <a:xfrm rot="10800000">
            <a:off x="8694334" y="513115"/>
            <a:ext cx="163248" cy="163248"/>
            <a:chOff x="6251786" y="659047"/>
            <a:chExt cx="250842" cy="250842"/>
          </a:xfrm>
        </p:grpSpPr>
        <p:sp>
          <p:nvSpPr>
            <p:cNvPr id="231" name="Google Shape;231;p12"/>
            <p:cNvSpPr/>
            <p:nvPr/>
          </p:nvSpPr>
          <p:spPr>
            <a:xfrm rot="-2700000">
              <a:off x="6256849" y="727455"/>
              <a:ext cx="240717" cy="114027"/>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32" name="Google Shape;232;p12"/>
            <p:cNvSpPr/>
            <p:nvPr/>
          </p:nvSpPr>
          <p:spPr>
            <a:xfrm>
              <a:off x="6436525" y="699100"/>
              <a:ext cx="26700" cy="119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
          <p:nvSpPr>
            <p:cNvPr id="233" name="Google Shape;233;p12"/>
            <p:cNvSpPr/>
            <p:nvPr/>
          </p:nvSpPr>
          <p:spPr>
            <a:xfrm rot="5400000">
              <a:off x="6390925" y="652300"/>
              <a:ext cx="25500" cy="119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grpSp>
      <p:sp>
        <p:nvSpPr>
          <p:cNvPr id="234" name="Google Shape;234;p12"/>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235" name="Google Shape;235;p12"/>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hree storyboards ALT 2">
  <p:cSld name="BLANK_1_1_1_1_1_1_1_1_1_1_1_1_1_1_1_1_1_1">
    <p:bg>
      <p:bgPr>
        <a:solidFill>
          <a:schemeClr val="dk2"/>
        </a:solidFill>
      </p:bgPr>
    </p:bg>
    <p:spTree>
      <p:nvGrpSpPr>
        <p:cNvPr id="236" name="Shape 236"/>
        <p:cNvGrpSpPr/>
        <p:nvPr/>
      </p:nvGrpSpPr>
      <p:grpSpPr>
        <a:xfrm>
          <a:off x="0" y="0"/>
          <a:ext cx="0" cy="0"/>
          <a:chOff x="0" y="0"/>
          <a:chExt cx="0" cy="0"/>
        </a:xfrm>
      </p:grpSpPr>
      <p:sp>
        <p:nvSpPr>
          <p:cNvPr id="237" name="Google Shape;237;p13"/>
          <p:cNvSpPr/>
          <p:nvPr>
            <p:ph idx="2" type="pic"/>
          </p:nvPr>
        </p:nvSpPr>
        <p:spPr>
          <a:xfrm>
            <a:off x="2423700" y="457200"/>
            <a:ext cx="2101200" cy="4226400"/>
          </a:xfrm>
          <a:prstGeom prst="round2DiagRect">
            <a:avLst>
              <a:gd fmla="val 16667" name="adj1"/>
              <a:gd fmla="val 4331" name="adj2"/>
            </a:avLst>
          </a:prstGeom>
          <a:noFill/>
          <a:ln>
            <a:noFill/>
          </a:ln>
        </p:spPr>
      </p:sp>
      <p:sp>
        <p:nvSpPr>
          <p:cNvPr id="238" name="Google Shape;238;p13"/>
          <p:cNvSpPr txBox="1"/>
          <p:nvPr>
            <p:ph idx="1" type="body"/>
          </p:nvPr>
        </p:nvSpPr>
        <p:spPr>
          <a:xfrm>
            <a:off x="2423700" y="3632000"/>
            <a:ext cx="2101200" cy="803700"/>
          </a:xfrm>
          <a:prstGeom prst="rect">
            <a:avLst/>
          </a:prstGeom>
        </p:spPr>
        <p:txBody>
          <a:bodyPr anchorCtr="0" anchor="b" bIns="0" lIns="182875" spcFirstLastPara="1" rIns="182875"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239" name="Google Shape;239;p13"/>
          <p:cNvSpPr txBox="1"/>
          <p:nvPr>
            <p:ph idx="3" type="subTitle"/>
          </p:nvPr>
        </p:nvSpPr>
        <p:spPr>
          <a:xfrm>
            <a:off x="2621850" y="707500"/>
            <a:ext cx="1722000" cy="4230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9pPr>
          </a:lstStyle>
          <a:p/>
        </p:txBody>
      </p:sp>
      <p:sp>
        <p:nvSpPr>
          <p:cNvPr id="240" name="Google Shape;240;p13"/>
          <p:cNvSpPr txBox="1"/>
          <p:nvPr>
            <p:ph type="title"/>
          </p:nvPr>
        </p:nvSpPr>
        <p:spPr>
          <a:xfrm>
            <a:off x="228600" y="457200"/>
            <a:ext cx="21012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9pPr>
          </a:lstStyle>
          <a:p/>
        </p:txBody>
      </p:sp>
      <p:sp>
        <p:nvSpPr>
          <p:cNvPr id="241" name="Google Shape;241;p13"/>
          <p:cNvSpPr/>
          <p:nvPr>
            <p:ph idx="4" type="pic"/>
          </p:nvPr>
        </p:nvSpPr>
        <p:spPr>
          <a:xfrm>
            <a:off x="4618800" y="457200"/>
            <a:ext cx="2101200" cy="4226400"/>
          </a:xfrm>
          <a:prstGeom prst="roundRect">
            <a:avLst>
              <a:gd fmla="val 6865" name="adj"/>
            </a:avLst>
          </a:prstGeom>
          <a:noFill/>
          <a:ln>
            <a:noFill/>
          </a:ln>
        </p:spPr>
      </p:sp>
      <p:sp>
        <p:nvSpPr>
          <p:cNvPr id="242" name="Google Shape;242;p13"/>
          <p:cNvSpPr txBox="1"/>
          <p:nvPr>
            <p:ph idx="5" type="body"/>
          </p:nvPr>
        </p:nvSpPr>
        <p:spPr>
          <a:xfrm>
            <a:off x="4618800" y="3632000"/>
            <a:ext cx="2101200" cy="803700"/>
          </a:xfrm>
          <a:prstGeom prst="rect">
            <a:avLst/>
          </a:prstGeom>
        </p:spPr>
        <p:txBody>
          <a:bodyPr anchorCtr="0" anchor="b"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43" name="Google Shape;243;p13"/>
          <p:cNvSpPr txBox="1"/>
          <p:nvPr>
            <p:ph idx="6" type="subTitle"/>
          </p:nvPr>
        </p:nvSpPr>
        <p:spPr>
          <a:xfrm>
            <a:off x="4816950" y="707500"/>
            <a:ext cx="1722000" cy="4230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9pPr>
          </a:lstStyle>
          <a:p/>
        </p:txBody>
      </p:sp>
      <p:sp>
        <p:nvSpPr>
          <p:cNvPr id="244" name="Google Shape;244;p13"/>
          <p:cNvSpPr/>
          <p:nvPr>
            <p:ph idx="7" type="pic"/>
          </p:nvPr>
        </p:nvSpPr>
        <p:spPr>
          <a:xfrm>
            <a:off x="6813900" y="457200"/>
            <a:ext cx="2101200" cy="4226400"/>
          </a:xfrm>
          <a:prstGeom prst="round2DiagRect">
            <a:avLst>
              <a:gd fmla="val 4790" name="adj1"/>
              <a:gd fmla="val 16652" name="adj2"/>
            </a:avLst>
          </a:prstGeom>
          <a:noFill/>
          <a:ln>
            <a:noFill/>
          </a:ln>
        </p:spPr>
      </p:sp>
      <p:sp>
        <p:nvSpPr>
          <p:cNvPr id="245" name="Google Shape;245;p13"/>
          <p:cNvSpPr txBox="1"/>
          <p:nvPr>
            <p:ph idx="8" type="body"/>
          </p:nvPr>
        </p:nvSpPr>
        <p:spPr>
          <a:xfrm>
            <a:off x="6813900" y="3632000"/>
            <a:ext cx="2101200" cy="803700"/>
          </a:xfrm>
          <a:prstGeom prst="rect">
            <a:avLst/>
          </a:prstGeom>
        </p:spPr>
        <p:txBody>
          <a:bodyPr anchorCtr="0" anchor="b"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46" name="Google Shape;246;p13"/>
          <p:cNvSpPr txBox="1"/>
          <p:nvPr>
            <p:ph idx="9" type="subTitle"/>
          </p:nvPr>
        </p:nvSpPr>
        <p:spPr>
          <a:xfrm>
            <a:off x="7012050" y="707500"/>
            <a:ext cx="1722000" cy="4230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200"/>
              <a:buFont typeface="Inter SemiBold"/>
              <a:buNone/>
              <a:defRPr sz="1200">
                <a:solidFill>
                  <a:schemeClr val="dk1"/>
                </a:solidFill>
                <a:latin typeface="Inter SemiBold"/>
                <a:ea typeface="Inter SemiBold"/>
                <a:cs typeface="Inter SemiBold"/>
                <a:sym typeface="Inter SemiBold"/>
              </a:defRPr>
            </a:lvl9pPr>
          </a:lstStyle>
          <a:p/>
        </p:txBody>
      </p:sp>
      <p:sp>
        <p:nvSpPr>
          <p:cNvPr id="247" name="Google Shape;247;p13"/>
          <p:cNvSpPr txBox="1"/>
          <p:nvPr>
            <p:ph idx="13"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48" name="Google Shape;248;p13"/>
          <p:cNvSpPr txBox="1"/>
          <p:nvPr>
            <p:ph idx="14"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49" name="Google Shape;249;p13"/>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250" name="Google Shape;250;p13"/>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BLANK_1_1_1_1_1_1_1_1_1_1_1_1_1_1_1_1_1_1_3">
    <p:bg>
      <p:bgPr>
        <a:solidFill>
          <a:schemeClr val="dk2"/>
        </a:solidFill>
      </p:bgPr>
    </p:bg>
    <p:spTree>
      <p:nvGrpSpPr>
        <p:cNvPr id="251" name="Shape 251"/>
        <p:cNvGrpSpPr/>
        <p:nvPr/>
      </p:nvGrpSpPr>
      <p:grpSpPr>
        <a:xfrm>
          <a:off x="0" y="0"/>
          <a:ext cx="0" cy="0"/>
          <a:chOff x="0" y="0"/>
          <a:chExt cx="0" cy="0"/>
        </a:xfrm>
      </p:grpSpPr>
      <p:sp>
        <p:nvSpPr>
          <p:cNvPr id="252" name="Google Shape;252;p14"/>
          <p:cNvSpPr txBox="1"/>
          <p:nvPr>
            <p:ph type="title"/>
          </p:nvPr>
        </p:nvSpPr>
        <p:spPr>
          <a:xfrm>
            <a:off x="228600" y="457200"/>
            <a:ext cx="86868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9pPr>
          </a:lstStyle>
          <a:p/>
        </p:txBody>
      </p:sp>
      <p:sp>
        <p:nvSpPr>
          <p:cNvPr id="253" name="Google Shape;253;p14"/>
          <p:cNvSpPr txBox="1"/>
          <p:nvPr>
            <p:ph idx="1" type="body"/>
          </p:nvPr>
        </p:nvSpPr>
        <p:spPr>
          <a:xfrm>
            <a:off x="2423700" y="3866575"/>
            <a:ext cx="3364200" cy="772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254" name="Google Shape;254;p14"/>
          <p:cNvSpPr txBox="1"/>
          <p:nvPr>
            <p:ph idx="2" type="body"/>
          </p:nvPr>
        </p:nvSpPr>
        <p:spPr>
          <a:xfrm>
            <a:off x="6080700" y="3866586"/>
            <a:ext cx="2834700" cy="727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1"/>
              </a:buClr>
              <a:buSzPts val="1000"/>
              <a:buFont typeface="Inter"/>
              <a:buChar char="●"/>
              <a:defRPr sz="1000">
                <a:solidFill>
                  <a:schemeClr val="accent1"/>
                </a:solidFill>
              </a:defRPr>
            </a:lvl1pPr>
            <a:lvl2pPr indent="-292100" lvl="1" marL="914400">
              <a:spcBef>
                <a:spcPts val="0"/>
              </a:spcBef>
              <a:spcAft>
                <a:spcPts val="0"/>
              </a:spcAft>
              <a:buClr>
                <a:schemeClr val="accent1"/>
              </a:buClr>
              <a:buSzPts val="1000"/>
              <a:buFont typeface="Inter"/>
              <a:buChar char="○"/>
              <a:defRPr sz="1000">
                <a:solidFill>
                  <a:schemeClr val="accent1"/>
                </a:solidFill>
              </a:defRPr>
            </a:lvl2pPr>
            <a:lvl3pPr indent="-292100" lvl="2" marL="1371600">
              <a:spcBef>
                <a:spcPts val="0"/>
              </a:spcBef>
              <a:spcAft>
                <a:spcPts val="0"/>
              </a:spcAft>
              <a:buClr>
                <a:schemeClr val="accent1"/>
              </a:buClr>
              <a:buSzPts val="1000"/>
              <a:buFont typeface="Inter"/>
              <a:buChar char="■"/>
              <a:defRPr sz="1000">
                <a:solidFill>
                  <a:schemeClr val="accent1"/>
                </a:solidFill>
              </a:defRPr>
            </a:lvl3pPr>
            <a:lvl4pPr indent="-292100" lvl="3" marL="1828800">
              <a:spcBef>
                <a:spcPts val="0"/>
              </a:spcBef>
              <a:spcAft>
                <a:spcPts val="0"/>
              </a:spcAft>
              <a:buClr>
                <a:schemeClr val="accent1"/>
              </a:buClr>
              <a:buSzPts val="1000"/>
              <a:buFont typeface="Inter"/>
              <a:buChar char="●"/>
              <a:defRPr sz="1000">
                <a:solidFill>
                  <a:schemeClr val="accent1"/>
                </a:solidFill>
              </a:defRPr>
            </a:lvl4pPr>
            <a:lvl5pPr indent="-292100" lvl="4" marL="2286000">
              <a:spcBef>
                <a:spcPts val="0"/>
              </a:spcBef>
              <a:spcAft>
                <a:spcPts val="0"/>
              </a:spcAft>
              <a:buClr>
                <a:schemeClr val="accent1"/>
              </a:buClr>
              <a:buSzPts val="1000"/>
              <a:buFont typeface="Inter"/>
              <a:buChar char="○"/>
              <a:defRPr sz="1000">
                <a:solidFill>
                  <a:schemeClr val="accent1"/>
                </a:solidFill>
              </a:defRPr>
            </a:lvl5pPr>
            <a:lvl6pPr indent="-292100" lvl="5" marL="2743200">
              <a:spcBef>
                <a:spcPts val="0"/>
              </a:spcBef>
              <a:spcAft>
                <a:spcPts val="0"/>
              </a:spcAft>
              <a:buClr>
                <a:schemeClr val="accent1"/>
              </a:buClr>
              <a:buSzPts val="1000"/>
              <a:buFont typeface="Inter"/>
              <a:buChar char="■"/>
              <a:defRPr sz="1000">
                <a:solidFill>
                  <a:schemeClr val="accent1"/>
                </a:solidFill>
              </a:defRPr>
            </a:lvl6pPr>
            <a:lvl7pPr indent="-292100" lvl="6" marL="3200400">
              <a:spcBef>
                <a:spcPts val="0"/>
              </a:spcBef>
              <a:spcAft>
                <a:spcPts val="0"/>
              </a:spcAft>
              <a:buClr>
                <a:schemeClr val="accent1"/>
              </a:buClr>
              <a:buSzPts val="1000"/>
              <a:buFont typeface="Inter"/>
              <a:buChar char="●"/>
              <a:defRPr sz="1000">
                <a:solidFill>
                  <a:schemeClr val="accent1"/>
                </a:solidFill>
              </a:defRPr>
            </a:lvl7pPr>
            <a:lvl8pPr indent="-292100" lvl="7" marL="3657600">
              <a:spcBef>
                <a:spcPts val="0"/>
              </a:spcBef>
              <a:spcAft>
                <a:spcPts val="0"/>
              </a:spcAft>
              <a:buClr>
                <a:schemeClr val="accent1"/>
              </a:buClr>
              <a:buSzPts val="1000"/>
              <a:buFont typeface="Inter"/>
              <a:buChar char="○"/>
              <a:defRPr sz="1000">
                <a:solidFill>
                  <a:schemeClr val="accent1"/>
                </a:solidFill>
              </a:defRPr>
            </a:lvl8pPr>
            <a:lvl9pPr indent="-292100" lvl="8" marL="4114800">
              <a:spcBef>
                <a:spcPts val="0"/>
              </a:spcBef>
              <a:spcAft>
                <a:spcPts val="0"/>
              </a:spcAft>
              <a:buClr>
                <a:schemeClr val="accent1"/>
              </a:buClr>
              <a:buSzPts val="1000"/>
              <a:buFont typeface="Inter"/>
              <a:buChar char="■"/>
              <a:defRPr sz="1000">
                <a:solidFill>
                  <a:schemeClr val="accent1"/>
                </a:solidFill>
              </a:defRPr>
            </a:lvl9pPr>
          </a:lstStyle>
          <a:p/>
        </p:txBody>
      </p:sp>
      <p:sp>
        <p:nvSpPr>
          <p:cNvPr id="255" name="Google Shape;255;p14"/>
          <p:cNvSpPr txBox="1"/>
          <p:nvPr>
            <p:ph idx="3" type="subTitle"/>
          </p:nvPr>
        </p:nvSpPr>
        <p:spPr>
          <a:xfrm>
            <a:off x="228600" y="3866586"/>
            <a:ext cx="2101200" cy="7722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2400">
                <a:solidFill>
                  <a:schemeClr val="accent1"/>
                </a:solidFill>
                <a:latin typeface="Afacad Flux SemiBold"/>
                <a:ea typeface="Afacad Flux SemiBold"/>
                <a:cs typeface="Afacad Flux SemiBold"/>
                <a:sym typeface="Afacad Flux SemiBold"/>
              </a:defRPr>
            </a:lvl1pPr>
            <a:lvl2pPr lvl="1">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2pPr>
            <a:lvl3pPr lvl="2">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3pPr>
            <a:lvl4pPr lvl="3">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4pPr>
            <a:lvl5pPr lvl="4">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5pPr>
            <a:lvl6pPr lvl="5">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6pPr>
            <a:lvl7pPr lvl="6">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7pPr>
            <a:lvl8pPr lvl="7">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8pPr>
            <a:lvl9pPr lvl="8">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9pPr>
          </a:lstStyle>
          <a:p/>
        </p:txBody>
      </p:sp>
      <p:sp>
        <p:nvSpPr>
          <p:cNvPr id="256" name="Google Shape;256;p14"/>
          <p:cNvSpPr txBox="1"/>
          <p:nvPr>
            <p:ph idx="4" type="body"/>
          </p:nvPr>
        </p:nvSpPr>
        <p:spPr>
          <a:xfrm>
            <a:off x="2423700" y="2870775"/>
            <a:ext cx="3364200" cy="772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57" name="Google Shape;257;p14"/>
          <p:cNvSpPr txBox="1"/>
          <p:nvPr>
            <p:ph idx="5" type="body"/>
          </p:nvPr>
        </p:nvSpPr>
        <p:spPr>
          <a:xfrm>
            <a:off x="6080700" y="2870773"/>
            <a:ext cx="2834700" cy="727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1"/>
              </a:buClr>
              <a:buSzPts val="1000"/>
              <a:buFont typeface="Inter"/>
              <a:buChar char="●"/>
              <a:defRPr sz="1000">
                <a:solidFill>
                  <a:schemeClr val="accent1"/>
                </a:solidFill>
              </a:defRPr>
            </a:lvl1pPr>
            <a:lvl2pPr indent="-292100" lvl="1" marL="914400">
              <a:spcBef>
                <a:spcPts val="0"/>
              </a:spcBef>
              <a:spcAft>
                <a:spcPts val="0"/>
              </a:spcAft>
              <a:buClr>
                <a:schemeClr val="accent1"/>
              </a:buClr>
              <a:buSzPts val="1000"/>
              <a:buFont typeface="Inter"/>
              <a:buChar char="○"/>
              <a:defRPr sz="1000">
                <a:solidFill>
                  <a:schemeClr val="accent1"/>
                </a:solidFill>
              </a:defRPr>
            </a:lvl2pPr>
            <a:lvl3pPr indent="-292100" lvl="2" marL="1371600">
              <a:spcBef>
                <a:spcPts val="0"/>
              </a:spcBef>
              <a:spcAft>
                <a:spcPts val="0"/>
              </a:spcAft>
              <a:buClr>
                <a:schemeClr val="accent1"/>
              </a:buClr>
              <a:buSzPts val="1000"/>
              <a:buFont typeface="Inter"/>
              <a:buChar char="■"/>
              <a:defRPr sz="1000">
                <a:solidFill>
                  <a:schemeClr val="accent1"/>
                </a:solidFill>
              </a:defRPr>
            </a:lvl3pPr>
            <a:lvl4pPr indent="-292100" lvl="3" marL="1828800">
              <a:spcBef>
                <a:spcPts val="0"/>
              </a:spcBef>
              <a:spcAft>
                <a:spcPts val="0"/>
              </a:spcAft>
              <a:buClr>
                <a:schemeClr val="accent1"/>
              </a:buClr>
              <a:buSzPts val="1000"/>
              <a:buFont typeface="Inter"/>
              <a:buChar char="●"/>
              <a:defRPr sz="1000">
                <a:solidFill>
                  <a:schemeClr val="accent1"/>
                </a:solidFill>
              </a:defRPr>
            </a:lvl4pPr>
            <a:lvl5pPr indent="-292100" lvl="4" marL="2286000">
              <a:spcBef>
                <a:spcPts val="0"/>
              </a:spcBef>
              <a:spcAft>
                <a:spcPts val="0"/>
              </a:spcAft>
              <a:buClr>
                <a:schemeClr val="accent1"/>
              </a:buClr>
              <a:buSzPts val="1000"/>
              <a:buFont typeface="Inter"/>
              <a:buChar char="○"/>
              <a:defRPr sz="1000">
                <a:solidFill>
                  <a:schemeClr val="accent1"/>
                </a:solidFill>
              </a:defRPr>
            </a:lvl5pPr>
            <a:lvl6pPr indent="-292100" lvl="5" marL="2743200">
              <a:spcBef>
                <a:spcPts val="0"/>
              </a:spcBef>
              <a:spcAft>
                <a:spcPts val="0"/>
              </a:spcAft>
              <a:buClr>
                <a:schemeClr val="accent1"/>
              </a:buClr>
              <a:buSzPts val="1000"/>
              <a:buFont typeface="Inter"/>
              <a:buChar char="■"/>
              <a:defRPr sz="1000">
                <a:solidFill>
                  <a:schemeClr val="accent1"/>
                </a:solidFill>
              </a:defRPr>
            </a:lvl6pPr>
            <a:lvl7pPr indent="-292100" lvl="6" marL="3200400">
              <a:spcBef>
                <a:spcPts val="0"/>
              </a:spcBef>
              <a:spcAft>
                <a:spcPts val="0"/>
              </a:spcAft>
              <a:buClr>
                <a:schemeClr val="accent1"/>
              </a:buClr>
              <a:buSzPts val="1000"/>
              <a:buFont typeface="Inter"/>
              <a:buChar char="●"/>
              <a:defRPr sz="1000">
                <a:solidFill>
                  <a:schemeClr val="accent1"/>
                </a:solidFill>
              </a:defRPr>
            </a:lvl7pPr>
            <a:lvl8pPr indent="-292100" lvl="7" marL="3657600">
              <a:spcBef>
                <a:spcPts val="0"/>
              </a:spcBef>
              <a:spcAft>
                <a:spcPts val="0"/>
              </a:spcAft>
              <a:buClr>
                <a:schemeClr val="accent1"/>
              </a:buClr>
              <a:buSzPts val="1000"/>
              <a:buFont typeface="Inter"/>
              <a:buChar char="○"/>
              <a:defRPr sz="1000">
                <a:solidFill>
                  <a:schemeClr val="accent1"/>
                </a:solidFill>
              </a:defRPr>
            </a:lvl8pPr>
            <a:lvl9pPr indent="-292100" lvl="8" marL="4114800">
              <a:spcBef>
                <a:spcPts val="0"/>
              </a:spcBef>
              <a:spcAft>
                <a:spcPts val="0"/>
              </a:spcAft>
              <a:buClr>
                <a:schemeClr val="accent1"/>
              </a:buClr>
              <a:buSzPts val="1000"/>
              <a:buFont typeface="Inter"/>
              <a:buChar char="■"/>
              <a:defRPr sz="1000">
                <a:solidFill>
                  <a:schemeClr val="accent1"/>
                </a:solidFill>
              </a:defRPr>
            </a:lvl9pPr>
          </a:lstStyle>
          <a:p/>
        </p:txBody>
      </p:sp>
      <p:sp>
        <p:nvSpPr>
          <p:cNvPr id="258" name="Google Shape;258;p14"/>
          <p:cNvSpPr txBox="1"/>
          <p:nvPr>
            <p:ph idx="6" type="subTitle"/>
          </p:nvPr>
        </p:nvSpPr>
        <p:spPr>
          <a:xfrm>
            <a:off x="228600" y="2870773"/>
            <a:ext cx="2101200" cy="7722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2400">
                <a:solidFill>
                  <a:schemeClr val="accent1"/>
                </a:solidFill>
                <a:latin typeface="Afacad Flux SemiBold"/>
                <a:ea typeface="Afacad Flux SemiBold"/>
                <a:cs typeface="Afacad Flux SemiBold"/>
                <a:sym typeface="Afacad Flux SemiBold"/>
              </a:defRPr>
            </a:lvl1pPr>
            <a:lvl2pPr lvl="1">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2pPr>
            <a:lvl3pPr lvl="2">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3pPr>
            <a:lvl4pPr lvl="3">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4pPr>
            <a:lvl5pPr lvl="4">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5pPr>
            <a:lvl6pPr lvl="5">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6pPr>
            <a:lvl7pPr lvl="6">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7pPr>
            <a:lvl8pPr lvl="7">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8pPr>
            <a:lvl9pPr lvl="8">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9pPr>
          </a:lstStyle>
          <a:p/>
        </p:txBody>
      </p:sp>
      <p:sp>
        <p:nvSpPr>
          <p:cNvPr id="259" name="Google Shape;259;p14"/>
          <p:cNvSpPr txBox="1"/>
          <p:nvPr>
            <p:ph idx="7" type="body"/>
          </p:nvPr>
        </p:nvSpPr>
        <p:spPr>
          <a:xfrm>
            <a:off x="2423700" y="1864324"/>
            <a:ext cx="3364200" cy="772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60" name="Google Shape;260;p14"/>
          <p:cNvSpPr txBox="1"/>
          <p:nvPr>
            <p:ph idx="8" type="body"/>
          </p:nvPr>
        </p:nvSpPr>
        <p:spPr>
          <a:xfrm>
            <a:off x="6080700" y="1864336"/>
            <a:ext cx="2834700" cy="727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1"/>
              </a:buClr>
              <a:buSzPts val="1000"/>
              <a:buFont typeface="Inter"/>
              <a:buChar char="●"/>
              <a:defRPr sz="1000">
                <a:solidFill>
                  <a:schemeClr val="accent1"/>
                </a:solidFill>
              </a:defRPr>
            </a:lvl1pPr>
            <a:lvl2pPr indent="-292100" lvl="1" marL="914400">
              <a:spcBef>
                <a:spcPts val="0"/>
              </a:spcBef>
              <a:spcAft>
                <a:spcPts val="0"/>
              </a:spcAft>
              <a:buClr>
                <a:schemeClr val="accent1"/>
              </a:buClr>
              <a:buSzPts val="1000"/>
              <a:buFont typeface="Inter"/>
              <a:buChar char="○"/>
              <a:defRPr sz="1000">
                <a:solidFill>
                  <a:schemeClr val="accent1"/>
                </a:solidFill>
              </a:defRPr>
            </a:lvl2pPr>
            <a:lvl3pPr indent="-292100" lvl="2" marL="1371600">
              <a:spcBef>
                <a:spcPts val="0"/>
              </a:spcBef>
              <a:spcAft>
                <a:spcPts val="0"/>
              </a:spcAft>
              <a:buClr>
                <a:schemeClr val="accent1"/>
              </a:buClr>
              <a:buSzPts val="1000"/>
              <a:buFont typeface="Inter"/>
              <a:buChar char="■"/>
              <a:defRPr sz="1000">
                <a:solidFill>
                  <a:schemeClr val="accent1"/>
                </a:solidFill>
              </a:defRPr>
            </a:lvl3pPr>
            <a:lvl4pPr indent="-292100" lvl="3" marL="1828800">
              <a:spcBef>
                <a:spcPts val="0"/>
              </a:spcBef>
              <a:spcAft>
                <a:spcPts val="0"/>
              </a:spcAft>
              <a:buClr>
                <a:schemeClr val="accent1"/>
              </a:buClr>
              <a:buSzPts val="1000"/>
              <a:buFont typeface="Inter"/>
              <a:buChar char="●"/>
              <a:defRPr sz="1000">
                <a:solidFill>
                  <a:schemeClr val="accent1"/>
                </a:solidFill>
              </a:defRPr>
            </a:lvl4pPr>
            <a:lvl5pPr indent="-292100" lvl="4" marL="2286000">
              <a:spcBef>
                <a:spcPts val="0"/>
              </a:spcBef>
              <a:spcAft>
                <a:spcPts val="0"/>
              </a:spcAft>
              <a:buClr>
                <a:schemeClr val="accent1"/>
              </a:buClr>
              <a:buSzPts val="1000"/>
              <a:buFont typeface="Inter"/>
              <a:buChar char="○"/>
              <a:defRPr sz="1000">
                <a:solidFill>
                  <a:schemeClr val="accent1"/>
                </a:solidFill>
              </a:defRPr>
            </a:lvl5pPr>
            <a:lvl6pPr indent="-292100" lvl="5" marL="2743200">
              <a:spcBef>
                <a:spcPts val="0"/>
              </a:spcBef>
              <a:spcAft>
                <a:spcPts val="0"/>
              </a:spcAft>
              <a:buClr>
                <a:schemeClr val="accent1"/>
              </a:buClr>
              <a:buSzPts val="1000"/>
              <a:buFont typeface="Inter"/>
              <a:buChar char="■"/>
              <a:defRPr sz="1000">
                <a:solidFill>
                  <a:schemeClr val="accent1"/>
                </a:solidFill>
              </a:defRPr>
            </a:lvl6pPr>
            <a:lvl7pPr indent="-292100" lvl="6" marL="3200400">
              <a:spcBef>
                <a:spcPts val="0"/>
              </a:spcBef>
              <a:spcAft>
                <a:spcPts val="0"/>
              </a:spcAft>
              <a:buClr>
                <a:schemeClr val="accent1"/>
              </a:buClr>
              <a:buSzPts val="1000"/>
              <a:buFont typeface="Inter"/>
              <a:buChar char="●"/>
              <a:defRPr sz="1000">
                <a:solidFill>
                  <a:schemeClr val="accent1"/>
                </a:solidFill>
              </a:defRPr>
            </a:lvl7pPr>
            <a:lvl8pPr indent="-292100" lvl="7" marL="3657600">
              <a:spcBef>
                <a:spcPts val="0"/>
              </a:spcBef>
              <a:spcAft>
                <a:spcPts val="0"/>
              </a:spcAft>
              <a:buClr>
                <a:schemeClr val="accent1"/>
              </a:buClr>
              <a:buSzPts val="1000"/>
              <a:buFont typeface="Inter"/>
              <a:buChar char="○"/>
              <a:defRPr sz="1000">
                <a:solidFill>
                  <a:schemeClr val="accent1"/>
                </a:solidFill>
              </a:defRPr>
            </a:lvl8pPr>
            <a:lvl9pPr indent="-292100" lvl="8" marL="4114800">
              <a:spcBef>
                <a:spcPts val="0"/>
              </a:spcBef>
              <a:spcAft>
                <a:spcPts val="0"/>
              </a:spcAft>
              <a:buClr>
                <a:schemeClr val="accent1"/>
              </a:buClr>
              <a:buSzPts val="1000"/>
              <a:buFont typeface="Inter"/>
              <a:buChar char="■"/>
              <a:defRPr sz="1000">
                <a:solidFill>
                  <a:schemeClr val="accent1"/>
                </a:solidFill>
              </a:defRPr>
            </a:lvl9pPr>
          </a:lstStyle>
          <a:p/>
        </p:txBody>
      </p:sp>
      <p:sp>
        <p:nvSpPr>
          <p:cNvPr id="261" name="Google Shape;261;p14"/>
          <p:cNvSpPr txBox="1"/>
          <p:nvPr>
            <p:ph idx="9" type="subTitle"/>
          </p:nvPr>
        </p:nvSpPr>
        <p:spPr>
          <a:xfrm>
            <a:off x="228600" y="1864336"/>
            <a:ext cx="2101200" cy="7722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2400">
                <a:solidFill>
                  <a:schemeClr val="accent1"/>
                </a:solidFill>
                <a:latin typeface="Afacad Flux SemiBold"/>
                <a:ea typeface="Afacad Flux SemiBold"/>
                <a:cs typeface="Afacad Flux SemiBold"/>
                <a:sym typeface="Afacad Flux SemiBold"/>
              </a:defRPr>
            </a:lvl1pPr>
            <a:lvl2pPr lvl="1">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2pPr>
            <a:lvl3pPr lvl="2">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3pPr>
            <a:lvl4pPr lvl="3">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4pPr>
            <a:lvl5pPr lvl="4">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5pPr>
            <a:lvl6pPr lvl="5">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6pPr>
            <a:lvl7pPr lvl="6">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7pPr>
            <a:lvl8pPr lvl="7">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8pPr>
            <a:lvl9pPr lvl="8">
              <a:lnSpc>
                <a:spcPct val="70000"/>
              </a:lnSpc>
              <a:spcBef>
                <a:spcPts val="0"/>
              </a:spcBef>
              <a:spcAft>
                <a:spcPts val="0"/>
              </a:spcAft>
              <a:buClr>
                <a:schemeClr val="accent1"/>
              </a:buClr>
              <a:buSzPts val="1200"/>
              <a:buFont typeface="Afacad Flux"/>
              <a:buNone/>
              <a:defRPr sz="1200">
                <a:solidFill>
                  <a:schemeClr val="accent1"/>
                </a:solidFill>
                <a:latin typeface="Afacad Flux"/>
                <a:ea typeface="Afacad Flux"/>
                <a:cs typeface="Afacad Flux"/>
                <a:sym typeface="Afacad Flux"/>
              </a:defRPr>
            </a:lvl9pPr>
          </a:lstStyle>
          <a:p/>
        </p:txBody>
      </p:sp>
      <p:sp>
        <p:nvSpPr>
          <p:cNvPr id="262" name="Google Shape;262;p14"/>
          <p:cNvSpPr txBox="1"/>
          <p:nvPr>
            <p:ph idx="13"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63" name="Google Shape;263;p14"/>
          <p:cNvSpPr txBox="1"/>
          <p:nvPr>
            <p:ph idx="14"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64" name="Google Shape;264;p14"/>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265" name="Google Shape;265;p14"/>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4">
    <p:bg>
      <p:bgPr>
        <a:solidFill>
          <a:schemeClr val="lt1"/>
        </a:solidFill>
      </p:bgPr>
    </p:bg>
    <p:spTree>
      <p:nvGrpSpPr>
        <p:cNvPr id="266" name="Shape 266"/>
        <p:cNvGrpSpPr/>
        <p:nvPr/>
      </p:nvGrpSpPr>
      <p:grpSpPr>
        <a:xfrm>
          <a:off x="0" y="0"/>
          <a:ext cx="0" cy="0"/>
          <a:chOff x="0" y="0"/>
          <a:chExt cx="0" cy="0"/>
        </a:xfrm>
      </p:grpSpPr>
      <p:sp>
        <p:nvSpPr>
          <p:cNvPr id="267" name="Google Shape;267;p15"/>
          <p:cNvSpPr/>
          <p:nvPr>
            <p:ph idx="2" type="pic"/>
          </p:nvPr>
        </p:nvSpPr>
        <p:spPr>
          <a:xfrm>
            <a:off x="228525" y="3337900"/>
            <a:ext cx="4296600" cy="1574400"/>
          </a:xfrm>
          <a:prstGeom prst="roundRect">
            <a:avLst>
              <a:gd fmla="val 16667" name="adj"/>
            </a:avLst>
          </a:prstGeom>
          <a:noFill/>
          <a:ln>
            <a:noFill/>
          </a:ln>
        </p:spPr>
      </p:sp>
      <p:sp>
        <p:nvSpPr>
          <p:cNvPr id="268" name="Google Shape;268;p15"/>
          <p:cNvSpPr txBox="1"/>
          <p:nvPr>
            <p:ph type="title"/>
          </p:nvPr>
        </p:nvSpPr>
        <p:spPr>
          <a:xfrm>
            <a:off x="228600" y="457200"/>
            <a:ext cx="4296600" cy="17295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sz="6400">
                <a:solidFill>
                  <a:schemeClr val="accent1"/>
                </a:solidFill>
                <a:latin typeface="Afacad Flux SemiBold"/>
                <a:ea typeface="Afacad Flux SemiBold"/>
                <a:cs typeface="Afacad Flux SemiBold"/>
                <a:sym typeface="Afacad Flux SemiBold"/>
              </a:defRPr>
            </a:lvl9pPr>
          </a:lstStyle>
          <a:p/>
        </p:txBody>
      </p:sp>
      <p:sp>
        <p:nvSpPr>
          <p:cNvPr id="269" name="Google Shape;269;p15"/>
          <p:cNvSpPr/>
          <p:nvPr/>
        </p:nvSpPr>
        <p:spPr>
          <a:xfrm>
            <a:off x="4665600" y="3337800"/>
            <a:ext cx="4296600" cy="1574400"/>
          </a:xfrm>
          <a:prstGeom prst="roundRect">
            <a:avLst>
              <a:gd fmla="val 2276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270" name="Google Shape;270;p15"/>
          <p:cNvSpPr/>
          <p:nvPr>
            <p:ph idx="3" type="pic"/>
          </p:nvPr>
        </p:nvSpPr>
        <p:spPr>
          <a:xfrm>
            <a:off x="4788749" y="3489346"/>
            <a:ext cx="775500" cy="777300"/>
          </a:xfrm>
          <a:prstGeom prst="roundRect">
            <a:avLst>
              <a:gd fmla="val 30222" name="adj"/>
            </a:avLst>
          </a:prstGeom>
          <a:noFill/>
          <a:ln>
            <a:noFill/>
          </a:ln>
        </p:spPr>
      </p:sp>
      <p:sp>
        <p:nvSpPr>
          <p:cNvPr id="271" name="Google Shape;271;p15"/>
          <p:cNvSpPr txBox="1"/>
          <p:nvPr>
            <p:ph idx="1" type="subTitle"/>
          </p:nvPr>
        </p:nvSpPr>
        <p:spPr>
          <a:xfrm>
            <a:off x="5725725" y="3489356"/>
            <a:ext cx="2593800" cy="777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200"/>
              <a:buNone/>
              <a:defRPr sz="1200">
                <a:solidFill>
                  <a:schemeClr val="lt1"/>
                </a:solidFill>
              </a:defRPr>
            </a:lvl2pPr>
            <a:lvl3pPr lvl="2">
              <a:spcBef>
                <a:spcPts val="0"/>
              </a:spcBef>
              <a:spcAft>
                <a:spcPts val="0"/>
              </a:spcAft>
              <a:buClr>
                <a:schemeClr val="lt1"/>
              </a:buClr>
              <a:buSzPts val="1200"/>
              <a:buNone/>
              <a:defRPr sz="1200">
                <a:solidFill>
                  <a:schemeClr val="lt1"/>
                </a:solidFill>
              </a:defRPr>
            </a:lvl3pPr>
            <a:lvl4pPr lvl="3">
              <a:spcBef>
                <a:spcPts val="0"/>
              </a:spcBef>
              <a:spcAft>
                <a:spcPts val="0"/>
              </a:spcAft>
              <a:buClr>
                <a:schemeClr val="lt1"/>
              </a:buClr>
              <a:buSzPts val="1200"/>
              <a:buNone/>
              <a:defRPr sz="1200">
                <a:solidFill>
                  <a:schemeClr val="lt1"/>
                </a:solidFill>
              </a:defRPr>
            </a:lvl4pPr>
            <a:lvl5pPr lvl="4">
              <a:spcBef>
                <a:spcPts val="0"/>
              </a:spcBef>
              <a:spcAft>
                <a:spcPts val="0"/>
              </a:spcAft>
              <a:buClr>
                <a:schemeClr val="lt1"/>
              </a:buClr>
              <a:buSzPts val="1200"/>
              <a:buNone/>
              <a:defRPr sz="1200">
                <a:solidFill>
                  <a:schemeClr val="lt1"/>
                </a:solidFill>
              </a:defRPr>
            </a:lvl5pPr>
            <a:lvl6pPr lvl="5">
              <a:spcBef>
                <a:spcPts val="0"/>
              </a:spcBef>
              <a:spcAft>
                <a:spcPts val="0"/>
              </a:spcAft>
              <a:buClr>
                <a:schemeClr val="lt1"/>
              </a:buClr>
              <a:buSzPts val="1200"/>
              <a:buNone/>
              <a:defRPr sz="1200">
                <a:solidFill>
                  <a:schemeClr val="lt1"/>
                </a:solidFill>
              </a:defRPr>
            </a:lvl6pPr>
            <a:lvl7pPr lvl="6">
              <a:spcBef>
                <a:spcPts val="0"/>
              </a:spcBef>
              <a:spcAft>
                <a:spcPts val="0"/>
              </a:spcAft>
              <a:buClr>
                <a:schemeClr val="lt1"/>
              </a:buClr>
              <a:buSzPts val="1200"/>
              <a:buNone/>
              <a:defRPr sz="1200">
                <a:solidFill>
                  <a:schemeClr val="lt1"/>
                </a:solidFill>
              </a:defRPr>
            </a:lvl7pPr>
            <a:lvl8pPr lvl="7">
              <a:spcBef>
                <a:spcPts val="0"/>
              </a:spcBef>
              <a:spcAft>
                <a:spcPts val="0"/>
              </a:spcAft>
              <a:buClr>
                <a:schemeClr val="lt1"/>
              </a:buClr>
              <a:buSzPts val="1200"/>
              <a:buNone/>
              <a:defRPr sz="1200">
                <a:solidFill>
                  <a:schemeClr val="lt1"/>
                </a:solidFill>
              </a:defRPr>
            </a:lvl8pPr>
            <a:lvl9pPr lvl="8">
              <a:spcBef>
                <a:spcPts val="0"/>
              </a:spcBef>
              <a:spcAft>
                <a:spcPts val="0"/>
              </a:spcAft>
              <a:buClr>
                <a:schemeClr val="lt1"/>
              </a:buClr>
              <a:buSzPts val="1200"/>
              <a:buNone/>
              <a:defRPr sz="1200">
                <a:solidFill>
                  <a:schemeClr val="lt1"/>
                </a:solidFill>
              </a:defRPr>
            </a:lvl9pPr>
          </a:lstStyle>
          <a:p/>
        </p:txBody>
      </p:sp>
      <p:sp>
        <p:nvSpPr>
          <p:cNvPr id="272" name="Google Shape;272;p15"/>
          <p:cNvSpPr txBox="1"/>
          <p:nvPr>
            <p:ph idx="4" type="subTitle"/>
          </p:nvPr>
        </p:nvSpPr>
        <p:spPr>
          <a:xfrm>
            <a:off x="7566000" y="230200"/>
            <a:ext cx="12324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73" name="Google Shape;273;p15"/>
          <p:cNvSpPr txBox="1"/>
          <p:nvPr>
            <p:ph idx="5"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74" name="Google Shape;274;p15"/>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275" name="Google Shape;275;p15"/>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CUSTOM_4">
    <p:bg>
      <p:bgPr>
        <a:solidFill>
          <a:schemeClr val="dk2"/>
        </a:solidFill>
      </p:bgPr>
    </p:bg>
    <p:spTree>
      <p:nvGrpSpPr>
        <p:cNvPr id="276" name="Shape 276"/>
        <p:cNvGrpSpPr/>
        <p:nvPr/>
      </p:nvGrpSpPr>
      <p:grpSpPr>
        <a:xfrm>
          <a:off x="0" y="0"/>
          <a:ext cx="0" cy="0"/>
          <a:chOff x="0" y="0"/>
          <a:chExt cx="0" cy="0"/>
        </a:xfrm>
      </p:grpSpPr>
      <p:sp>
        <p:nvSpPr>
          <p:cNvPr id="277" name="Google Shape;277;p16"/>
          <p:cNvSpPr/>
          <p:nvPr>
            <p:ph idx="2" type="pic"/>
          </p:nvPr>
        </p:nvSpPr>
        <p:spPr>
          <a:xfrm>
            <a:off x="6847700" y="457200"/>
            <a:ext cx="2075700" cy="2003400"/>
          </a:xfrm>
          <a:prstGeom prst="roundRect">
            <a:avLst>
              <a:gd fmla="val 16667" name="adj"/>
            </a:avLst>
          </a:prstGeom>
          <a:noFill/>
          <a:ln>
            <a:noFill/>
          </a:ln>
        </p:spPr>
      </p:sp>
      <p:sp>
        <p:nvSpPr>
          <p:cNvPr id="278" name="Google Shape;278;p16"/>
          <p:cNvSpPr/>
          <p:nvPr>
            <p:ph idx="3" type="pic"/>
          </p:nvPr>
        </p:nvSpPr>
        <p:spPr>
          <a:xfrm>
            <a:off x="4619775" y="2651760"/>
            <a:ext cx="2075700" cy="2024400"/>
          </a:xfrm>
          <a:prstGeom prst="roundRect">
            <a:avLst>
              <a:gd fmla="val 16667" name="adj"/>
            </a:avLst>
          </a:prstGeom>
          <a:noFill/>
          <a:ln>
            <a:noFill/>
          </a:ln>
        </p:spPr>
      </p:sp>
      <p:sp>
        <p:nvSpPr>
          <p:cNvPr id="279" name="Google Shape;279;p16"/>
          <p:cNvSpPr txBox="1"/>
          <p:nvPr>
            <p:ph idx="1" type="subTitle"/>
          </p:nvPr>
        </p:nvSpPr>
        <p:spPr>
          <a:xfrm>
            <a:off x="228600" y="458200"/>
            <a:ext cx="4296300" cy="451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Font typeface="Afacad Flux SemiBold"/>
              <a:buNone/>
              <a:defRPr sz="1800">
                <a:solidFill>
                  <a:schemeClr val="dk1"/>
                </a:solidFill>
                <a:latin typeface="Afacad Flux SemiBold"/>
                <a:ea typeface="Afacad Flux SemiBold"/>
                <a:cs typeface="Afacad Flux SemiBold"/>
                <a:sym typeface="Afacad Flux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16"/>
          <p:cNvSpPr txBox="1"/>
          <p:nvPr>
            <p:ph type="title"/>
          </p:nvPr>
        </p:nvSpPr>
        <p:spPr>
          <a:xfrm>
            <a:off x="228600" y="1478100"/>
            <a:ext cx="4296300" cy="2194500"/>
          </a:xfrm>
          <a:prstGeom prst="rect">
            <a:avLst/>
          </a:prstGeom>
        </p:spPr>
        <p:txBody>
          <a:bodyPr anchorCtr="0" anchor="t" bIns="0" lIns="0" spcFirstLastPara="1" rIns="0" wrap="square" tIns="0">
            <a:noAutofit/>
          </a:bodyPr>
          <a:lstStyle>
            <a:lvl1pPr lvl="0">
              <a:lnSpc>
                <a:spcPct val="70000"/>
              </a:lnSpc>
              <a:spcBef>
                <a:spcPts val="0"/>
              </a:spcBef>
              <a:spcAft>
                <a:spcPts val="0"/>
              </a:spcAft>
              <a:buClr>
                <a:schemeClr val="lt2"/>
              </a:buClr>
              <a:buSzPts val="4400"/>
              <a:buFont typeface="Afacad Flux"/>
              <a:buNone/>
              <a:defRPr sz="4400">
                <a:solidFill>
                  <a:schemeClr val="lt2"/>
                </a:solidFill>
              </a:defRPr>
            </a:lvl1pPr>
            <a:lvl2pPr lvl="1">
              <a:lnSpc>
                <a:spcPct val="70000"/>
              </a:lnSpc>
              <a:spcBef>
                <a:spcPts val="0"/>
              </a:spcBef>
              <a:spcAft>
                <a:spcPts val="0"/>
              </a:spcAft>
              <a:buSzPts val="3200"/>
              <a:buNone/>
              <a:defRPr/>
            </a:lvl2pPr>
            <a:lvl3pPr lvl="2">
              <a:lnSpc>
                <a:spcPct val="70000"/>
              </a:lnSpc>
              <a:spcBef>
                <a:spcPts val="0"/>
              </a:spcBef>
              <a:spcAft>
                <a:spcPts val="0"/>
              </a:spcAft>
              <a:buSzPts val="3200"/>
              <a:buNone/>
              <a:defRPr/>
            </a:lvl3pPr>
            <a:lvl4pPr lvl="3">
              <a:lnSpc>
                <a:spcPct val="70000"/>
              </a:lnSpc>
              <a:spcBef>
                <a:spcPts val="0"/>
              </a:spcBef>
              <a:spcAft>
                <a:spcPts val="0"/>
              </a:spcAft>
              <a:buSzPts val="3200"/>
              <a:buNone/>
              <a:defRPr/>
            </a:lvl4pPr>
            <a:lvl5pPr lvl="4">
              <a:lnSpc>
                <a:spcPct val="70000"/>
              </a:lnSpc>
              <a:spcBef>
                <a:spcPts val="0"/>
              </a:spcBef>
              <a:spcAft>
                <a:spcPts val="0"/>
              </a:spcAft>
              <a:buSzPts val="3200"/>
              <a:buNone/>
              <a:defRPr/>
            </a:lvl5pPr>
            <a:lvl6pPr lvl="5">
              <a:lnSpc>
                <a:spcPct val="70000"/>
              </a:lnSpc>
              <a:spcBef>
                <a:spcPts val="0"/>
              </a:spcBef>
              <a:spcAft>
                <a:spcPts val="0"/>
              </a:spcAft>
              <a:buSzPts val="3200"/>
              <a:buNone/>
              <a:defRPr/>
            </a:lvl6pPr>
            <a:lvl7pPr lvl="6">
              <a:lnSpc>
                <a:spcPct val="70000"/>
              </a:lnSpc>
              <a:spcBef>
                <a:spcPts val="0"/>
              </a:spcBef>
              <a:spcAft>
                <a:spcPts val="0"/>
              </a:spcAft>
              <a:buSzPts val="3200"/>
              <a:buNone/>
              <a:defRPr/>
            </a:lvl7pPr>
            <a:lvl8pPr lvl="7">
              <a:lnSpc>
                <a:spcPct val="70000"/>
              </a:lnSpc>
              <a:spcBef>
                <a:spcPts val="0"/>
              </a:spcBef>
              <a:spcAft>
                <a:spcPts val="0"/>
              </a:spcAft>
              <a:buSzPts val="3200"/>
              <a:buNone/>
              <a:defRPr/>
            </a:lvl8pPr>
            <a:lvl9pPr lvl="8">
              <a:lnSpc>
                <a:spcPct val="70000"/>
              </a:lnSpc>
              <a:spcBef>
                <a:spcPts val="0"/>
              </a:spcBef>
              <a:spcAft>
                <a:spcPts val="0"/>
              </a:spcAft>
              <a:buSzPts val="3200"/>
              <a:buNone/>
              <a:defRPr/>
            </a:lvl9pPr>
          </a:lstStyle>
          <a:p/>
        </p:txBody>
      </p:sp>
      <p:sp>
        <p:nvSpPr>
          <p:cNvPr id="281" name="Google Shape;281;p16"/>
          <p:cNvSpPr txBox="1"/>
          <p:nvPr>
            <p:ph idx="4" type="subTitle"/>
          </p:nvPr>
        </p:nvSpPr>
        <p:spPr>
          <a:xfrm>
            <a:off x="4618950" y="1625800"/>
            <a:ext cx="2092800" cy="875700"/>
          </a:xfrm>
          <a:prstGeom prst="rect">
            <a:avLst/>
          </a:prstGeom>
        </p:spPr>
        <p:txBody>
          <a:bodyPr anchorCtr="0" anchor="b" bIns="182875" lIns="182875" spcFirstLastPara="1" rIns="91425" wrap="square" tIns="91425">
            <a:noAutofit/>
          </a:bodyPr>
          <a:lstStyle>
            <a:lvl1pPr lvl="0" algn="l">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400"/>
              <a:buNone/>
              <a:defRPr>
                <a:solidFill>
                  <a:schemeClr val="lt2"/>
                </a:solidFill>
              </a:defRPr>
            </a:lvl2pPr>
            <a:lvl3pPr lvl="2">
              <a:spcBef>
                <a:spcPts val="0"/>
              </a:spcBef>
              <a:spcAft>
                <a:spcPts val="0"/>
              </a:spcAft>
              <a:buClr>
                <a:schemeClr val="lt2"/>
              </a:buClr>
              <a:buSzPts val="1400"/>
              <a:buNone/>
              <a:defRPr>
                <a:solidFill>
                  <a:schemeClr val="lt2"/>
                </a:solidFill>
              </a:defRPr>
            </a:lvl3pPr>
            <a:lvl4pPr lvl="3">
              <a:spcBef>
                <a:spcPts val="0"/>
              </a:spcBef>
              <a:spcAft>
                <a:spcPts val="0"/>
              </a:spcAft>
              <a:buClr>
                <a:schemeClr val="lt2"/>
              </a:buClr>
              <a:buSzPts val="1400"/>
              <a:buNone/>
              <a:defRPr>
                <a:solidFill>
                  <a:schemeClr val="lt2"/>
                </a:solidFill>
              </a:defRPr>
            </a:lvl4pPr>
            <a:lvl5pPr lvl="4">
              <a:spcBef>
                <a:spcPts val="0"/>
              </a:spcBef>
              <a:spcAft>
                <a:spcPts val="0"/>
              </a:spcAft>
              <a:buClr>
                <a:schemeClr val="lt2"/>
              </a:buClr>
              <a:buSzPts val="1400"/>
              <a:buNone/>
              <a:defRPr>
                <a:solidFill>
                  <a:schemeClr val="lt2"/>
                </a:solidFill>
              </a:defRPr>
            </a:lvl5pPr>
            <a:lvl6pPr lvl="5">
              <a:spcBef>
                <a:spcPts val="0"/>
              </a:spcBef>
              <a:spcAft>
                <a:spcPts val="0"/>
              </a:spcAft>
              <a:buClr>
                <a:schemeClr val="lt2"/>
              </a:buClr>
              <a:buSzPts val="1400"/>
              <a:buNone/>
              <a:defRPr>
                <a:solidFill>
                  <a:schemeClr val="lt2"/>
                </a:solidFill>
              </a:defRPr>
            </a:lvl6pPr>
            <a:lvl7pPr lvl="6">
              <a:spcBef>
                <a:spcPts val="0"/>
              </a:spcBef>
              <a:spcAft>
                <a:spcPts val="0"/>
              </a:spcAft>
              <a:buClr>
                <a:schemeClr val="lt2"/>
              </a:buClr>
              <a:buSzPts val="1400"/>
              <a:buNone/>
              <a:defRPr>
                <a:solidFill>
                  <a:schemeClr val="lt2"/>
                </a:solidFill>
              </a:defRPr>
            </a:lvl7pPr>
            <a:lvl8pPr lvl="7">
              <a:spcBef>
                <a:spcPts val="0"/>
              </a:spcBef>
              <a:spcAft>
                <a:spcPts val="0"/>
              </a:spcAft>
              <a:buClr>
                <a:schemeClr val="lt2"/>
              </a:buClr>
              <a:buSzPts val="1400"/>
              <a:buNone/>
              <a:defRPr>
                <a:solidFill>
                  <a:schemeClr val="lt2"/>
                </a:solidFill>
              </a:defRPr>
            </a:lvl8pPr>
            <a:lvl9pPr lvl="8">
              <a:spcBef>
                <a:spcPts val="0"/>
              </a:spcBef>
              <a:spcAft>
                <a:spcPts val="0"/>
              </a:spcAft>
              <a:buClr>
                <a:schemeClr val="lt2"/>
              </a:buClr>
              <a:buSzPts val="1400"/>
              <a:buNone/>
              <a:defRPr>
                <a:solidFill>
                  <a:schemeClr val="lt2"/>
                </a:solidFill>
              </a:defRPr>
            </a:lvl9pPr>
          </a:lstStyle>
          <a:p/>
        </p:txBody>
      </p:sp>
      <p:sp>
        <p:nvSpPr>
          <p:cNvPr id="282" name="Google Shape;282;p16"/>
          <p:cNvSpPr txBox="1"/>
          <p:nvPr>
            <p:ph idx="5" type="subTitle"/>
          </p:nvPr>
        </p:nvSpPr>
        <p:spPr>
          <a:xfrm>
            <a:off x="6840713" y="3803800"/>
            <a:ext cx="2073600" cy="875700"/>
          </a:xfrm>
          <a:prstGeom prst="rect">
            <a:avLst/>
          </a:prstGeom>
        </p:spPr>
        <p:txBody>
          <a:bodyPr anchorCtr="0" anchor="b" bIns="182875" lIns="182875" spcFirstLastPara="1" rIns="91425" wrap="square" tIns="91425">
            <a:noAutofit/>
          </a:bodyPr>
          <a:lstStyle>
            <a:lvl1pPr lvl="0">
              <a:spcBef>
                <a:spcPts val="0"/>
              </a:spcBef>
              <a:spcAft>
                <a:spcPts val="0"/>
              </a:spcAft>
              <a:buClr>
                <a:schemeClr val="lt2"/>
              </a:buClr>
              <a:buSzPts val="1800"/>
              <a:buFont typeface="Inter SemiBold"/>
              <a:buNone/>
              <a:defRPr sz="18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400"/>
              <a:buNone/>
              <a:defRPr>
                <a:solidFill>
                  <a:schemeClr val="lt2"/>
                </a:solidFill>
              </a:defRPr>
            </a:lvl2pPr>
            <a:lvl3pPr lvl="2">
              <a:spcBef>
                <a:spcPts val="0"/>
              </a:spcBef>
              <a:spcAft>
                <a:spcPts val="0"/>
              </a:spcAft>
              <a:buClr>
                <a:schemeClr val="lt2"/>
              </a:buClr>
              <a:buSzPts val="1400"/>
              <a:buNone/>
              <a:defRPr>
                <a:solidFill>
                  <a:schemeClr val="lt2"/>
                </a:solidFill>
              </a:defRPr>
            </a:lvl3pPr>
            <a:lvl4pPr lvl="3">
              <a:spcBef>
                <a:spcPts val="0"/>
              </a:spcBef>
              <a:spcAft>
                <a:spcPts val="0"/>
              </a:spcAft>
              <a:buClr>
                <a:schemeClr val="lt2"/>
              </a:buClr>
              <a:buSzPts val="1400"/>
              <a:buNone/>
              <a:defRPr>
                <a:solidFill>
                  <a:schemeClr val="lt2"/>
                </a:solidFill>
              </a:defRPr>
            </a:lvl4pPr>
            <a:lvl5pPr lvl="4">
              <a:spcBef>
                <a:spcPts val="0"/>
              </a:spcBef>
              <a:spcAft>
                <a:spcPts val="0"/>
              </a:spcAft>
              <a:buClr>
                <a:schemeClr val="lt2"/>
              </a:buClr>
              <a:buSzPts val="1400"/>
              <a:buNone/>
              <a:defRPr>
                <a:solidFill>
                  <a:schemeClr val="lt2"/>
                </a:solidFill>
              </a:defRPr>
            </a:lvl5pPr>
            <a:lvl6pPr lvl="5">
              <a:spcBef>
                <a:spcPts val="0"/>
              </a:spcBef>
              <a:spcAft>
                <a:spcPts val="0"/>
              </a:spcAft>
              <a:buClr>
                <a:schemeClr val="lt2"/>
              </a:buClr>
              <a:buSzPts val="1400"/>
              <a:buNone/>
              <a:defRPr>
                <a:solidFill>
                  <a:schemeClr val="lt2"/>
                </a:solidFill>
              </a:defRPr>
            </a:lvl6pPr>
            <a:lvl7pPr lvl="6">
              <a:spcBef>
                <a:spcPts val="0"/>
              </a:spcBef>
              <a:spcAft>
                <a:spcPts val="0"/>
              </a:spcAft>
              <a:buClr>
                <a:schemeClr val="lt2"/>
              </a:buClr>
              <a:buSzPts val="1400"/>
              <a:buNone/>
              <a:defRPr>
                <a:solidFill>
                  <a:schemeClr val="lt2"/>
                </a:solidFill>
              </a:defRPr>
            </a:lvl7pPr>
            <a:lvl8pPr lvl="7">
              <a:spcBef>
                <a:spcPts val="0"/>
              </a:spcBef>
              <a:spcAft>
                <a:spcPts val="0"/>
              </a:spcAft>
              <a:buClr>
                <a:schemeClr val="lt2"/>
              </a:buClr>
              <a:buSzPts val="1400"/>
              <a:buNone/>
              <a:defRPr>
                <a:solidFill>
                  <a:schemeClr val="lt2"/>
                </a:solidFill>
              </a:defRPr>
            </a:lvl8pPr>
            <a:lvl9pPr lvl="8">
              <a:spcBef>
                <a:spcPts val="0"/>
              </a:spcBef>
              <a:spcAft>
                <a:spcPts val="0"/>
              </a:spcAft>
              <a:buClr>
                <a:schemeClr val="lt2"/>
              </a:buClr>
              <a:buSzPts val="1400"/>
              <a:buNone/>
              <a:defRPr>
                <a:solidFill>
                  <a:schemeClr val="lt2"/>
                </a:solidFill>
              </a:defRPr>
            </a:lvl9pPr>
          </a:lstStyle>
          <a:p/>
        </p:txBody>
      </p:sp>
      <p:sp>
        <p:nvSpPr>
          <p:cNvPr id="283" name="Google Shape;283;p16"/>
          <p:cNvSpPr txBox="1"/>
          <p:nvPr>
            <p:ph idx="6" type="subTitle"/>
          </p:nvPr>
        </p:nvSpPr>
        <p:spPr>
          <a:xfrm>
            <a:off x="4620813" y="3803800"/>
            <a:ext cx="2073600" cy="875700"/>
          </a:xfrm>
          <a:prstGeom prst="rect">
            <a:avLst/>
          </a:prstGeom>
        </p:spPr>
        <p:txBody>
          <a:bodyPr anchorCtr="0" anchor="b" bIns="182875" lIns="182875" spcFirstLastPara="1" rIns="91425" wrap="square" tIns="91425">
            <a:noAutofit/>
          </a:bodyPr>
          <a:lstStyle>
            <a:lvl1pPr lvl="0">
              <a:spcBef>
                <a:spcPts val="0"/>
              </a:spcBef>
              <a:spcAft>
                <a:spcPts val="0"/>
              </a:spcAft>
              <a:buClr>
                <a:schemeClr val="lt1"/>
              </a:buClr>
              <a:buSzPts val="1800"/>
              <a:buFont typeface="Inter SemiBold"/>
              <a:buNone/>
              <a:defRPr sz="1800">
                <a:solidFill>
                  <a:schemeClr val="lt1"/>
                </a:solidFill>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16"/>
          <p:cNvSpPr txBox="1"/>
          <p:nvPr>
            <p:ph idx="7" type="subTitle"/>
          </p:nvPr>
        </p:nvSpPr>
        <p:spPr>
          <a:xfrm>
            <a:off x="6848750" y="1632850"/>
            <a:ext cx="2073600" cy="875700"/>
          </a:xfrm>
          <a:prstGeom prst="rect">
            <a:avLst/>
          </a:prstGeom>
        </p:spPr>
        <p:txBody>
          <a:bodyPr anchorCtr="0" anchor="b" bIns="182875" lIns="182875" spcFirstLastPara="1" rIns="91425" wrap="square" tIns="91425">
            <a:noAutofit/>
          </a:bodyPr>
          <a:lstStyle>
            <a:lvl1pPr lvl="0">
              <a:spcBef>
                <a:spcPts val="0"/>
              </a:spcBef>
              <a:spcAft>
                <a:spcPts val="0"/>
              </a:spcAft>
              <a:buClr>
                <a:schemeClr val="lt1"/>
              </a:buClr>
              <a:buSzPts val="1800"/>
              <a:buFont typeface="Inter SemiBold"/>
              <a:buNone/>
              <a:defRPr sz="1800">
                <a:solidFill>
                  <a:schemeClr val="lt1"/>
                </a:solidFill>
                <a:latin typeface="Inter SemiBold"/>
                <a:ea typeface="Inter SemiBold"/>
                <a:cs typeface="Inter SemiBold"/>
                <a:sym typeface="Inter SemiBold"/>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85" name="Google Shape;285;p16"/>
          <p:cNvSpPr txBox="1"/>
          <p:nvPr>
            <p:ph idx="8"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600"/>
              <a:buFont typeface="Inter"/>
              <a:buNone/>
              <a:defRPr>
                <a:solidFill>
                  <a:schemeClr val="dk1"/>
                </a:solidFill>
              </a:defRPr>
            </a:lvl1pPr>
            <a:lvl2pPr lvl="1" algn="r">
              <a:spcBef>
                <a:spcPts val="0"/>
              </a:spcBef>
              <a:spcAft>
                <a:spcPts val="0"/>
              </a:spcAft>
              <a:buClr>
                <a:schemeClr val="dk1"/>
              </a:buClr>
              <a:buSzPts val="1400"/>
              <a:buFont typeface="Inter"/>
              <a:buNone/>
              <a:defRPr>
                <a:solidFill>
                  <a:schemeClr val="dk1"/>
                </a:solidFill>
              </a:defRPr>
            </a:lvl2pPr>
            <a:lvl3pPr lvl="2" algn="r">
              <a:spcBef>
                <a:spcPts val="0"/>
              </a:spcBef>
              <a:spcAft>
                <a:spcPts val="0"/>
              </a:spcAft>
              <a:buClr>
                <a:schemeClr val="dk1"/>
              </a:buClr>
              <a:buSzPts val="1400"/>
              <a:buFont typeface="Inter"/>
              <a:buNone/>
              <a:defRPr>
                <a:solidFill>
                  <a:schemeClr val="dk1"/>
                </a:solidFill>
              </a:defRPr>
            </a:lvl3pPr>
            <a:lvl4pPr lvl="3" algn="r">
              <a:spcBef>
                <a:spcPts val="0"/>
              </a:spcBef>
              <a:spcAft>
                <a:spcPts val="0"/>
              </a:spcAft>
              <a:buClr>
                <a:schemeClr val="dk1"/>
              </a:buClr>
              <a:buSzPts val="1400"/>
              <a:buFont typeface="Inter"/>
              <a:buNone/>
              <a:defRPr>
                <a:solidFill>
                  <a:schemeClr val="dk1"/>
                </a:solidFill>
              </a:defRPr>
            </a:lvl4pPr>
            <a:lvl5pPr lvl="4" algn="r">
              <a:spcBef>
                <a:spcPts val="0"/>
              </a:spcBef>
              <a:spcAft>
                <a:spcPts val="0"/>
              </a:spcAft>
              <a:buClr>
                <a:schemeClr val="dk1"/>
              </a:buClr>
              <a:buSzPts val="1400"/>
              <a:buFont typeface="Inter"/>
              <a:buNone/>
              <a:defRPr>
                <a:solidFill>
                  <a:schemeClr val="dk1"/>
                </a:solidFill>
              </a:defRPr>
            </a:lvl5pPr>
            <a:lvl6pPr lvl="5" algn="r">
              <a:spcBef>
                <a:spcPts val="0"/>
              </a:spcBef>
              <a:spcAft>
                <a:spcPts val="0"/>
              </a:spcAft>
              <a:buClr>
                <a:schemeClr val="dk1"/>
              </a:buClr>
              <a:buSzPts val="1400"/>
              <a:buFont typeface="Inter"/>
              <a:buNone/>
              <a:defRPr>
                <a:solidFill>
                  <a:schemeClr val="dk1"/>
                </a:solidFill>
              </a:defRPr>
            </a:lvl6pPr>
            <a:lvl7pPr lvl="6" algn="r">
              <a:spcBef>
                <a:spcPts val="0"/>
              </a:spcBef>
              <a:spcAft>
                <a:spcPts val="0"/>
              </a:spcAft>
              <a:buClr>
                <a:schemeClr val="dk1"/>
              </a:buClr>
              <a:buSzPts val="1400"/>
              <a:buFont typeface="Inter"/>
              <a:buNone/>
              <a:defRPr>
                <a:solidFill>
                  <a:schemeClr val="dk1"/>
                </a:solidFill>
              </a:defRPr>
            </a:lvl7pPr>
            <a:lvl8pPr lvl="7" algn="r">
              <a:spcBef>
                <a:spcPts val="0"/>
              </a:spcBef>
              <a:spcAft>
                <a:spcPts val="0"/>
              </a:spcAft>
              <a:buClr>
                <a:schemeClr val="dk1"/>
              </a:buClr>
              <a:buSzPts val="1400"/>
              <a:buFont typeface="Inter"/>
              <a:buNone/>
              <a:defRPr>
                <a:solidFill>
                  <a:schemeClr val="dk1"/>
                </a:solidFill>
              </a:defRPr>
            </a:lvl8pPr>
            <a:lvl9pPr lvl="8" algn="r">
              <a:spcBef>
                <a:spcPts val="0"/>
              </a:spcBef>
              <a:spcAft>
                <a:spcPts val="0"/>
              </a:spcAft>
              <a:buClr>
                <a:schemeClr val="dk1"/>
              </a:buClr>
              <a:buSzPts val="1400"/>
              <a:buFont typeface="Inter"/>
              <a:buNone/>
              <a:defRPr>
                <a:solidFill>
                  <a:schemeClr val="dk1"/>
                </a:solidFill>
              </a:defRPr>
            </a:lvl9pPr>
          </a:lstStyle>
          <a:p/>
        </p:txBody>
      </p:sp>
      <p:sp>
        <p:nvSpPr>
          <p:cNvPr id="286" name="Google Shape;286;p16"/>
          <p:cNvSpPr txBox="1"/>
          <p:nvPr>
            <p:ph idx="9"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287" name="Google Shape;287;p16"/>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288" name="Google Shape;288;p16"/>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3">
    <p:spTree>
      <p:nvGrpSpPr>
        <p:cNvPr id="289" name="Shape 289"/>
        <p:cNvGrpSpPr/>
        <p:nvPr/>
      </p:nvGrpSpPr>
      <p:grpSpPr>
        <a:xfrm>
          <a:off x="0" y="0"/>
          <a:ext cx="0" cy="0"/>
          <a:chOff x="0" y="0"/>
          <a:chExt cx="0" cy="0"/>
        </a:xfrm>
      </p:grpSpPr>
      <p:sp>
        <p:nvSpPr>
          <p:cNvPr id="290" name="Google Shape;290;p17"/>
          <p:cNvSpPr txBox="1"/>
          <p:nvPr>
            <p:ph type="title"/>
          </p:nvPr>
        </p:nvSpPr>
        <p:spPr>
          <a:xfrm>
            <a:off x="228600" y="457200"/>
            <a:ext cx="28347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latin typeface="Afacad Flux SemiBold"/>
                <a:ea typeface="Afacad Flux SemiBold"/>
                <a:cs typeface="Afacad Flux SemiBold"/>
                <a:sym typeface="Afacad Flux SemiBold"/>
              </a:defRPr>
            </a:lvl1pPr>
            <a:lvl2pPr lvl="1">
              <a:lnSpc>
                <a:spcPct val="70000"/>
              </a:lnSpc>
              <a:spcBef>
                <a:spcPts val="0"/>
              </a:spcBef>
              <a:spcAft>
                <a:spcPts val="0"/>
              </a:spcAft>
              <a:buNone/>
              <a:defRPr b="0">
                <a:latin typeface="Afacad Flux SemiBold"/>
                <a:ea typeface="Afacad Flux SemiBold"/>
                <a:cs typeface="Afacad Flux SemiBold"/>
                <a:sym typeface="Afacad Flux SemiBold"/>
              </a:defRPr>
            </a:lvl2pPr>
            <a:lvl3pPr lvl="2">
              <a:lnSpc>
                <a:spcPct val="70000"/>
              </a:lnSpc>
              <a:spcBef>
                <a:spcPts val="0"/>
              </a:spcBef>
              <a:spcAft>
                <a:spcPts val="0"/>
              </a:spcAft>
              <a:buNone/>
              <a:defRPr b="0">
                <a:latin typeface="Afacad Flux SemiBold"/>
                <a:ea typeface="Afacad Flux SemiBold"/>
                <a:cs typeface="Afacad Flux SemiBold"/>
                <a:sym typeface="Afacad Flux SemiBold"/>
              </a:defRPr>
            </a:lvl3pPr>
            <a:lvl4pPr lvl="3">
              <a:lnSpc>
                <a:spcPct val="70000"/>
              </a:lnSpc>
              <a:spcBef>
                <a:spcPts val="0"/>
              </a:spcBef>
              <a:spcAft>
                <a:spcPts val="0"/>
              </a:spcAft>
              <a:buNone/>
              <a:defRPr b="0">
                <a:latin typeface="Afacad Flux SemiBold"/>
                <a:ea typeface="Afacad Flux SemiBold"/>
                <a:cs typeface="Afacad Flux SemiBold"/>
                <a:sym typeface="Afacad Flux SemiBold"/>
              </a:defRPr>
            </a:lvl4pPr>
            <a:lvl5pPr lvl="4">
              <a:lnSpc>
                <a:spcPct val="70000"/>
              </a:lnSpc>
              <a:spcBef>
                <a:spcPts val="0"/>
              </a:spcBef>
              <a:spcAft>
                <a:spcPts val="0"/>
              </a:spcAft>
              <a:buNone/>
              <a:defRPr b="0">
                <a:latin typeface="Afacad Flux SemiBold"/>
                <a:ea typeface="Afacad Flux SemiBold"/>
                <a:cs typeface="Afacad Flux SemiBold"/>
                <a:sym typeface="Afacad Flux SemiBold"/>
              </a:defRPr>
            </a:lvl5pPr>
            <a:lvl6pPr lvl="5">
              <a:lnSpc>
                <a:spcPct val="70000"/>
              </a:lnSpc>
              <a:spcBef>
                <a:spcPts val="0"/>
              </a:spcBef>
              <a:spcAft>
                <a:spcPts val="0"/>
              </a:spcAft>
              <a:buNone/>
              <a:defRPr b="0">
                <a:latin typeface="Afacad Flux SemiBold"/>
                <a:ea typeface="Afacad Flux SemiBold"/>
                <a:cs typeface="Afacad Flux SemiBold"/>
                <a:sym typeface="Afacad Flux SemiBold"/>
              </a:defRPr>
            </a:lvl6pPr>
            <a:lvl7pPr lvl="6">
              <a:lnSpc>
                <a:spcPct val="70000"/>
              </a:lnSpc>
              <a:spcBef>
                <a:spcPts val="0"/>
              </a:spcBef>
              <a:spcAft>
                <a:spcPts val="0"/>
              </a:spcAft>
              <a:buNone/>
              <a:defRPr b="0">
                <a:latin typeface="Afacad Flux SemiBold"/>
                <a:ea typeface="Afacad Flux SemiBold"/>
                <a:cs typeface="Afacad Flux SemiBold"/>
                <a:sym typeface="Afacad Flux SemiBold"/>
              </a:defRPr>
            </a:lvl7pPr>
            <a:lvl8pPr lvl="7">
              <a:lnSpc>
                <a:spcPct val="70000"/>
              </a:lnSpc>
              <a:spcBef>
                <a:spcPts val="0"/>
              </a:spcBef>
              <a:spcAft>
                <a:spcPts val="0"/>
              </a:spcAft>
              <a:buNone/>
              <a:defRPr b="0">
                <a:latin typeface="Afacad Flux SemiBold"/>
                <a:ea typeface="Afacad Flux SemiBold"/>
                <a:cs typeface="Afacad Flux SemiBold"/>
                <a:sym typeface="Afacad Flux SemiBold"/>
              </a:defRPr>
            </a:lvl8pPr>
            <a:lvl9pPr lvl="8">
              <a:lnSpc>
                <a:spcPct val="70000"/>
              </a:lnSpc>
              <a:spcBef>
                <a:spcPts val="0"/>
              </a:spcBef>
              <a:spcAft>
                <a:spcPts val="0"/>
              </a:spcAft>
              <a:buNone/>
              <a:defRPr b="0">
                <a:latin typeface="Afacad Flux SemiBold"/>
                <a:ea typeface="Afacad Flux SemiBold"/>
                <a:cs typeface="Afacad Flux SemiBold"/>
                <a:sym typeface="Afacad Flux SemiBold"/>
              </a:defRPr>
            </a:lvl9pPr>
          </a:lstStyle>
          <a:p/>
        </p:txBody>
      </p:sp>
      <p:sp>
        <p:nvSpPr>
          <p:cNvPr id="291" name="Google Shape;291;p17"/>
          <p:cNvSpPr/>
          <p:nvPr>
            <p:ph idx="2" type="pic"/>
          </p:nvPr>
        </p:nvSpPr>
        <p:spPr>
          <a:xfrm>
            <a:off x="4618950" y="2127025"/>
            <a:ext cx="2095500" cy="2556600"/>
          </a:xfrm>
          <a:prstGeom prst="round2DiagRect">
            <a:avLst>
              <a:gd fmla="val 6123" name="adj1"/>
              <a:gd fmla="val 17325" name="adj2"/>
            </a:avLst>
          </a:prstGeom>
          <a:noFill/>
          <a:ln>
            <a:noFill/>
          </a:ln>
        </p:spPr>
      </p:sp>
      <p:sp>
        <p:nvSpPr>
          <p:cNvPr id="292" name="Google Shape;292;p17"/>
          <p:cNvSpPr txBox="1"/>
          <p:nvPr>
            <p:ph idx="1" type="subTitle"/>
          </p:nvPr>
        </p:nvSpPr>
        <p:spPr>
          <a:xfrm>
            <a:off x="416800" y="2248625"/>
            <a:ext cx="1719000" cy="3363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1pPr>
            <a:lvl2pPr lvl="1">
              <a:spcBef>
                <a:spcPts val="0"/>
              </a:spcBef>
              <a:spcAft>
                <a:spcPts val="0"/>
              </a:spcAft>
              <a:buSzPts val="1800"/>
              <a:buFont typeface="Afacad Flux SemiBold"/>
              <a:buNone/>
              <a:defRPr sz="1800">
                <a:latin typeface="Afacad Flux SemiBold"/>
                <a:ea typeface="Afacad Flux SemiBold"/>
                <a:cs typeface="Afacad Flux SemiBold"/>
                <a:sym typeface="Afacad Flux SemiBold"/>
              </a:defRPr>
            </a:lvl2pPr>
            <a:lvl3pPr lvl="2">
              <a:spcBef>
                <a:spcPts val="0"/>
              </a:spcBef>
              <a:spcAft>
                <a:spcPts val="0"/>
              </a:spcAft>
              <a:buSzPts val="1800"/>
              <a:buFont typeface="Afacad Flux SemiBold"/>
              <a:buNone/>
              <a:defRPr sz="1800">
                <a:latin typeface="Afacad Flux SemiBold"/>
                <a:ea typeface="Afacad Flux SemiBold"/>
                <a:cs typeface="Afacad Flux SemiBold"/>
                <a:sym typeface="Afacad Flux SemiBold"/>
              </a:defRPr>
            </a:lvl3pPr>
            <a:lvl4pPr lvl="3">
              <a:spcBef>
                <a:spcPts val="0"/>
              </a:spcBef>
              <a:spcAft>
                <a:spcPts val="0"/>
              </a:spcAft>
              <a:buSzPts val="1800"/>
              <a:buFont typeface="Afacad Flux SemiBold"/>
              <a:buNone/>
              <a:defRPr sz="1800">
                <a:latin typeface="Afacad Flux SemiBold"/>
                <a:ea typeface="Afacad Flux SemiBold"/>
                <a:cs typeface="Afacad Flux SemiBold"/>
                <a:sym typeface="Afacad Flux SemiBold"/>
              </a:defRPr>
            </a:lvl4pPr>
            <a:lvl5pPr lvl="4">
              <a:spcBef>
                <a:spcPts val="0"/>
              </a:spcBef>
              <a:spcAft>
                <a:spcPts val="0"/>
              </a:spcAft>
              <a:buSzPts val="1800"/>
              <a:buFont typeface="Afacad Flux SemiBold"/>
              <a:buNone/>
              <a:defRPr sz="1800">
                <a:latin typeface="Afacad Flux SemiBold"/>
                <a:ea typeface="Afacad Flux SemiBold"/>
                <a:cs typeface="Afacad Flux SemiBold"/>
                <a:sym typeface="Afacad Flux SemiBold"/>
              </a:defRPr>
            </a:lvl5pPr>
            <a:lvl6pPr lvl="5">
              <a:spcBef>
                <a:spcPts val="0"/>
              </a:spcBef>
              <a:spcAft>
                <a:spcPts val="0"/>
              </a:spcAft>
              <a:buSzPts val="1800"/>
              <a:buFont typeface="Afacad Flux SemiBold"/>
              <a:buNone/>
              <a:defRPr sz="1800">
                <a:latin typeface="Afacad Flux SemiBold"/>
                <a:ea typeface="Afacad Flux SemiBold"/>
                <a:cs typeface="Afacad Flux SemiBold"/>
                <a:sym typeface="Afacad Flux SemiBold"/>
              </a:defRPr>
            </a:lvl6pPr>
            <a:lvl7pPr lvl="6">
              <a:spcBef>
                <a:spcPts val="0"/>
              </a:spcBef>
              <a:spcAft>
                <a:spcPts val="0"/>
              </a:spcAft>
              <a:buSzPts val="1800"/>
              <a:buFont typeface="Afacad Flux SemiBold"/>
              <a:buNone/>
              <a:defRPr sz="1800">
                <a:latin typeface="Afacad Flux SemiBold"/>
                <a:ea typeface="Afacad Flux SemiBold"/>
                <a:cs typeface="Afacad Flux SemiBold"/>
                <a:sym typeface="Afacad Flux SemiBold"/>
              </a:defRPr>
            </a:lvl7pPr>
            <a:lvl8pPr lvl="7">
              <a:spcBef>
                <a:spcPts val="0"/>
              </a:spcBef>
              <a:spcAft>
                <a:spcPts val="0"/>
              </a:spcAft>
              <a:buSzPts val="1800"/>
              <a:buFont typeface="Afacad Flux SemiBold"/>
              <a:buNone/>
              <a:defRPr sz="1800">
                <a:latin typeface="Afacad Flux SemiBold"/>
                <a:ea typeface="Afacad Flux SemiBold"/>
                <a:cs typeface="Afacad Flux SemiBold"/>
                <a:sym typeface="Afacad Flux SemiBold"/>
              </a:defRPr>
            </a:lvl8pPr>
            <a:lvl9pPr lvl="8">
              <a:spcBef>
                <a:spcPts val="0"/>
              </a:spcBef>
              <a:spcAft>
                <a:spcPts val="0"/>
              </a:spcAft>
              <a:buSzPts val="1800"/>
              <a:buFont typeface="Afacad Flux SemiBold"/>
              <a:buNone/>
              <a:defRPr sz="1800">
                <a:latin typeface="Afacad Flux SemiBold"/>
                <a:ea typeface="Afacad Flux SemiBold"/>
                <a:cs typeface="Afacad Flux SemiBold"/>
                <a:sym typeface="Afacad Flux SemiBold"/>
              </a:defRPr>
            </a:lvl9pPr>
          </a:lstStyle>
          <a:p/>
        </p:txBody>
      </p:sp>
      <p:sp>
        <p:nvSpPr>
          <p:cNvPr id="293" name="Google Shape;293;p17"/>
          <p:cNvSpPr txBox="1"/>
          <p:nvPr>
            <p:ph idx="3" type="subTitle"/>
          </p:nvPr>
        </p:nvSpPr>
        <p:spPr>
          <a:xfrm>
            <a:off x="2612000" y="2248622"/>
            <a:ext cx="1719000" cy="336300"/>
          </a:xfrm>
          <a:prstGeom prst="rect">
            <a:avLst/>
          </a:prstGeom>
        </p:spPr>
        <p:txBody>
          <a:bodyPr anchorCtr="0" anchor="t" bIns="0" lIns="0" spcFirstLastPara="1" rIns="0" wrap="square" tIns="0">
            <a:noAutofit/>
          </a:bodyPr>
          <a:lstStyle>
            <a:lvl1pPr lvl="0" algn="l">
              <a:spcBef>
                <a:spcPts val="0"/>
              </a:spcBef>
              <a:spcAft>
                <a:spcPts val="0"/>
              </a:spcAft>
              <a:buClr>
                <a:schemeClr val="dk2"/>
              </a:buClr>
              <a:buSzPts val="1800"/>
              <a:buFont typeface="Afacad Flux SemiBold"/>
              <a:buNone/>
              <a:defRPr sz="1800">
                <a:latin typeface="Afacad Flux SemiBold"/>
                <a:ea typeface="Afacad Flux SemiBold"/>
                <a:cs typeface="Afacad Flux SemiBold"/>
                <a:sym typeface="Afacad Flux SemiBold"/>
              </a:defRPr>
            </a:lvl1pPr>
            <a:lvl2pPr lvl="1" algn="l">
              <a:spcBef>
                <a:spcPts val="0"/>
              </a:spcBef>
              <a:spcAft>
                <a:spcPts val="0"/>
              </a:spcAft>
              <a:buSzPts val="1400"/>
              <a:buFont typeface="Afacad Flux SemiBold"/>
              <a:buNone/>
              <a:defRPr>
                <a:latin typeface="Afacad Flux SemiBold"/>
                <a:ea typeface="Afacad Flux SemiBold"/>
                <a:cs typeface="Afacad Flux SemiBold"/>
                <a:sym typeface="Afacad Flux SemiBold"/>
              </a:defRPr>
            </a:lvl2pPr>
            <a:lvl3pPr lvl="2" algn="l">
              <a:spcBef>
                <a:spcPts val="0"/>
              </a:spcBef>
              <a:spcAft>
                <a:spcPts val="0"/>
              </a:spcAft>
              <a:buSzPts val="1400"/>
              <a:buFont typeface="Afacad Flux SemiBold"/>
              <a:buNone/>
              <a:defRPr>
                <a:latin typeface="Afacad Flux SemiBold"/>
                <a:ea typeface="Afacad Flux SemiBold"/>
                <a:cs typeface="Afacad Flux SemiBold"/>
                <a:sym typeface="Afacad Flux SemiBold"/>
              </a:defRPr>
            </a:lvl3pPr>
            <a:lvl4pPr lvl="3" algn="l">
              <a:spcBef>
                <a:spcPts val="0"/>
              </a:spcBef>
              <a:spcAft>
                <a:spcPts val="0"/>
              </a:spcAft>
              <a:buSzPts val="1400"/>
              <a:buFont typeface="Afacad Flux SemiBold"/>
              <a:buNone/>
              <a:defRPr>
                <a:latin typeface="Afacad Flux SemiBold"/>
                <a:ea typeface="Afacad Flux SemiBold"/>
                <a:cs typeface="Afacad Flux SemiBold"/>
                <a:sym typeface="Afacad Flux SemiBold"/>
              </a:defRPr>
            </a:lvl4pPr>
            <a:lvl5pPr lvl="4" algn="l">
              <a:spcBef>
                <a:spcPts val="0"/>
              </a:spcBef>
              <a:spcAft>
                <a:spcPts val="0"/>
              </a:spcAft>
              <a:buSzPts val="1400"/>
              <a:buFont typeface="Afacad Flux SemiBold"/>
              <a:buNone/>
              <a:defRPr>
                <a:latin typeface="Afacad Flux SemiBold"/>
                <a:ea typeface="Afacad Flux SemiBold"/>
                <a:cs typeface="Afacad Flux SemiBold"/>
                <a:sym typeface="Afacad Flux SemiBold"/>
              </a:defRPr>
            </a:lvl5pPr>
            <a:lvl6pPr lvl="5" algn="l">
              <a:spcBef>
                <a:spcPts val="0"/>
              </a:spcBef>
              <a:spcAft>
                <a:spcPts val="0"/>
              </a:spcAft>
              <a:buSzPts val="1400"/>
              <a:buFont typeface="Afacad Flux SemiBold"/>
              <a:buNone/>
              <a:defRPr>
                <a:latin typeface="Afacad Flux SemiBold"/>
                <a:ea typeface="Afacad Flux SemiBold"/>
                <a:cs typeface="Afacad Flux SemiBold"/>
                <a:sym typeface="Afacad Flux SemiBold"/>
              </a:defRPr>
            </a:lvl6pPr>
            <a:lvl7pPr lvl="6" algn="l">
              <a:spcBef>
                <a:spcPts val="0"/>
              </a:spcBef>
              <a:spcAft>
                <a:spcPts val="0"/>
              </a:spcAft>
              <a:buSzPts val="1400"/>
              <a:buFont typeface="Afacad Flux SemiBold"/>
              <a:buNone/>
              <a:defRPr>
                <a:latin typeface="Afacad Flux SemiBold"/>
                <a:ea typeface="Afacad Flux SemiBold"/>
                <a:cs typeface="Afacad Flux SemiBold"/>
                <a:sym typeface="Afacad Flux SemiBold"/>
              </a:defRPr>
            </a:lvl7pPr>
            <a:lvl8pPr lvl="7" algn="l">
              <a:spcBef>
                <a:spcPts val="0"/>
              </a:spcBef>
              <a:spcAft>
                <a:spcPts val="0"/>
              </a:spcAft>
              <a:buSzPts val="1400"/>
              <a:buFont typeface="Afacad Flux SemiBold"/>
              <a:buNone/>
              <a:defRPr>
                <a:latin typeface="Afacad Flux SemiBold"/>
                <a:ea typeface="Afacad Flux SemiBold"/>
                <a:cs typeface="Afacad Flux SemiBold"/>
                <a:sym typeface="Afacad Flux SemiBold"/>
              </a:defRPr>
            </a:lvl8pPr>
            <a:lvl9pPr lvl="8" algn="l">
              <a:spcBef>
                <a:spcPts val="0"/>
              </a:spcBef>
              <a:spcAft>
                <a:spcPts val="0"/>
              </a:spcAft>
              <a:buSzPts val="1400"/>
              <a:buFont typeface="Afacad Flux SemiBold"/>
              <a:buNone/>
              <a:defRPr>
                <a:latin typeface="Afacad Flux SemiBold"/>
                <a:ea typeface="Afacad Flux SemiBold"/>
                <a:cs typeface="Afacad Flux SemiBold"/>
                <a:sym typeface="Afacad Flux SemiBold"/>
              </a:defRPr>
            </a:lvl9pPr>
          </a:lstStyle>
          <a:p/>
        </p:txBody>
      </p:sp>
      <p:sp>
        <p:nvSpPr>
          <p:cNvPr id="294" name="Google Shape;294;p17"/>
          <p:cNvSpPr txBox="1"/>
          <p:nvPr>
            <p:ph idx="4" type="subTitle"/>
          </p:nvPr>
        </p:nvSpPr>
        <p:spPr>
          <a:xfrm>
            <a:off x="7002400" y="2248622"/>
            <a:ext cx="1719000" cy="3363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800"/>
              <a:buFont typeface="Afacad Flux SemiBold"/>
              <a:buNone/>
              <a:defRPr sz="1800">
                <a:solidFill>
                  <a:schemeClr val="dk2"/>
                </a:solidFill>
                <a:latin typeface="Afacad Flux SemiBold"/>
                <a:ea typeface="Afacad Flux SemiBold"/>
                <a:cs typeface="Afacad Flux SemiBold"/>
                <a:sym typeface="Afacad Flux SemiBold"/>
              </a:defRPr>
            </a:lvl1pPr>
            <a:lvl2pPr lvl="1">
              <a:spcBef>
                <a:spcPts val="0"/>
              </a:spcBef>
              <a:spcAft>
                <a:spcPts val="0"/>
              </a:spcAft>
              <a:buSzPts val="1400"/>
              <a:buFont typeface="Afacad Flux SemiBold"/>
              <a:buNone/>
              <a:defRPr>
                <a:latin typeface="Afacad Flux SemiBold"/>
                <a:ea typeface="Afacad Flux SemiBold"/>
                <a:cs typeface="Afacad Flux SemiBold"/>
                <a:sym typeface="Afacad Flux SemiBold"/>
              </a:defRPr>
            </a:lvl2pPr>
            <a:lvl3pPr lvl="2">
              <a:spcBef>
                <a:spcPts val="0"/>
              </a:spcBef>
              <a:spcAft>
                <a:spcPts val="0"/>
              </a:spcAft>
              <a:buSzPts val="1400"/>
              <a:buFont typeface="Afacad Flux SemiBold"/>
              <a:buNone/>
              <a:defRPr>
                <a:latin typeface="Afacad Flux SemiBold"/>
                <a:ea typeface="Afacad Flux SemiBold"/>
                <a:cs typeface="Afacad Flux SemiBold"/>
                <a:sym typeface="Afacad Flux SemiBold"/>
              </a:defRPr>
            </a:lvl3pPr>
            <a:lvl4pPr lvl="3">
              <a:spcBef>
                <a:spcPts val="0"/>
              </a:spcBef>
              <a:spcAft>
                <a:spcPts val="0"/>
              </a:spcAft>
              <a:buSzPts val="1400"/>
              <a:buFont typeface="Afacad Flux SemiBold"/>
              <a:buNone/>
              <a:defRPr>
                <a:latin typeface="Afacad Flux SemiBold"/>
                <a:ea typeface="Afacad Flux SemiBold"/>
                <a:cs typeface="Afacad Flux SemiBold"/>
                <a:sym typeface="Afacad Flux SemiBold"/>
              </a:defRPr>
            </a:lvl4pPr>
            <a:lvl5pPr lvl="4">
              <a:spcBef>
                <a:spcPts val="0"/>
              </a:spcBef>
              <a:spcAft>
                <a:spcPts val="0"/>
              </a:spcAft>
              <a:buSzPts val="1400"/>
              <a:buFont typeface="Afacad Flux SemiBold"/>
              <a:buNone/>
              <a:defRPr>
                <a:latin typeface="Afacad Flux SemiBold"/>
                <a:ea typeface="Afacad Flux SemiBold"/>
                <a:cs typeface="Afacad Flux SemiBold"/>
                <a:sym typeface="Afacad Flux SemiBold"/>
              </a:defRPr>
            </a:lvl5pPr>
            <a:lvl6pPr lvl="5">
              <a:spcBef>
                <a:spcPts val="0"/>
              </a:spcBef>
              <a:spcAft>
                <a:spcPts val="0"/>
              </a:spcAft>
              <a:buSzPts val="1400"/>
              <a:buFont typeface="Afacad Flux SemiBold"/>
              <a:buNone/>
              <a:defRPr>
                <a:latin typeface="Afacad Flux SemiBold"/>
                <a:ea typeface="Afacad Flux SemiBold"/>
                <a:cs typeface="Afacad Flux SemiBold"/>
                <a:sym typeface="Afacad Flux SemiBold"/>
              </a:defRPr>
            </a:lvl6pPr>
            <a:lvl7pPr lvl="6">
              <a:spcBef>
                <a:spcPts val="0"/>
              </a:spcBef>
              <a:spcAft>
                <a:spcPts val="0"/>
              </a:spcAft>
              <a:buSzPts val="1400"/>
              <a:buFont typeface="Afacad Flux SemiBold"/>
              <a:buNone/>
              <a:defRPr>
                <a:latin typeface="Afacad Flux SemiBold"/>
                <a:ea typeface="Afacad Flux SemiBold"/>
                <a:cs typeface="Afacad Flux SemiBold"/>
                <a:sym typeface="Afacad Flux SemiBold"/>
              </a:defRPr>
            </a:lvl7pPr>
            <a:lvl8pPr lvl="7">
              <a:spcBef>
                <a:spcPts val="0"/>
              </a:spcBef>
              <a:spcAft>
                <a:spcPts val="0"/>
              </a:spcAft>
              <a:buSzPts val="1400"/>
              <a:buFont typeface="Afacad Flux SemiBold"/>
              <a:buNone/>
              <a:defRPr>
                <a:latin typeface="Afacad Flux SemiBold"/>
                <a:ea typeface="Afacad Flux SemiBold"/>
                <a:cs typeface="Afacad Flux SemiBold"/>
                <a:sym typeface="Afacad Flux SemiBold"/>
              </a:defRPr>
            </a:lvl8pPr>
            <a:lvl9pPr lvl="8">
              <a:spcBef>
                <a:spcPts val="0"/>
              </a:spcBef>
              <a:spcAft>
                <a:spcPts val="0"/>
              </a:spcAft>
              <a:buSzPts val="1400"/>
              <a:buFont typeface="Afacad Flux SemiBold"/>
              <a:buNone/>
              <a:defRPr>
                <a:latin typeface="Afacad Flux SemiBold"/>
                <a:ea typeface="Afacad Flux SemiBold"/>
                <a:cs typeface="Afacad Flux SemiBold"/>
                <a:sym typeface="Afacad Flux SemiBold"/>
              </a:defRPr>
            </a:lvl9pPr>
          </a:lstStyle>
          <a:p/>
        </p:txBody>
      </p:sp>
      <p:sp>
        <p:nvSpPr>
          <p:cNvPr id="295" name="Google Shape;295;p17"/>
          <p:cNvSpPr txBox="1"/>
          <p:nvPr>
            <p:ph idx="5" type="subTitle"/>
          </p:nvPr>
        </p:nvSpPr>
        <p:spPr>
          <a:xfrm>
            <a:off x="292150" y="1448425"/>
            <a:ext cx="442500" cy="2865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9pPr>
          </a:lstStyle>
          <a:p/>
        </p:txBody>
      </p:sp>
      <p:sp>
        <p:nvSpPr>
          <p:cNvPr id="296" name="Google Shape;296;p17"/>
          <p:cNvSpPr txBox="1"/>
          <p:nvPr>
            <p:ph idx="6" type="subTitle"/>
          </p:nvPr>
        </p:nvSpPr>
        <p:spPr>
          <a:xfrm>
            <a:off x="2496825" y="1448413"/>
            <a:ext cx="442500" cy="2865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9pPr>
          </a:lstStyle>
          <a:p/>
        </p:txBody>
      </p:sp>
      <p:sp>
        <p:nvSpPr>
          <p:cNvPr id="297" name="Google Shape;297;p17"/>
          <p:cNvSpPr txBox="1"/>
          <p:nvPr>
            <p:ph idx="7" type="subTitle"/>
          </p:nvPr>
        </p:nvSpPr>
        <p:spPr>
          <a:xfrm>
            <a:off x="4701500" y="1448413"/>
            <a:ext cx="442500" cy="2865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9pPr>
          </a:lstStyle>
          <a:p/>
        </p:txBody>
      </p:sp>
      <p:sp>
        <p:nvSpPr>
          <p:cNvPr id="298" name="Google Shape;298;p17"/>
          <p:cNvSpPr txBox="1"/>
          <p:nvPr>
            <p:ph idx="8" type="subTitle"/>
          </p:nvPr>
        </p:nvSpPr>
        <p:spPr>
          <a:xfrm>
            <a:off x="6879000" y="1448363"/>
            <a:ext cx="442500" cy="2865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solidFill>
                  <a:schemeClr val="lt1"/>
                </a:solidFill>
                <a:latin typeface="Inter SemiBold"/>
                <a:ea typeface="Inter SemiBold"/>
                <a:cs typeface="Inter SemiBold"/>
                <a:sym typeface="Inter SemiBold"/>
              </a:defRPr>
            </a:lvl9pPr>
          </a:lstStyle>
          <a:p/>
        </p:txBody>
      </p:sp>
      <p:sp>
        <p:nvSpPr>
          <p:cNvPr id="299" name="Google Shape;299;p17"/>
          <p:cNvSpPr txBox="1"/>
          <p:nvPr>
            <p:ph idx="9" type="subTitle"/>
          </p:nvPr>
        </p:nvSpPr>
        <p:spPr>
          <a:xfrm>
            <a:off x="4807200" y="2248622"/>
            <a:ext cx="1719000" cy="3363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Afacad Flux SemiBold"/>
              <a:buNone/>
              <a:defRPr sz="1800">
                <a:solidFill>
                  <a:schemeClr val="accent2"/>
                </a:solidFill>
                <a:latin typeface="Afacad Flux SemiBold"/>
                <a:ea typeface="Afacad Flux SemiBold"/>
                <a:cs typeface="Afacad Flux SemiBold"/>
                <a:sym typeface="Afacad Flux SemiBold"/>
              </a:defRPr>
            </a:lvl1pPr>
            <a:lvl2pPr lvl="1">
              <a:spcBef>
                <a:spcPts val="0"/>
              </a:spcBef>
              <a:spcAft>
                <a:spcPts val="0"/>
              </a:spcAft>
              <a:buClr>
                <a:schemeClr val="dk1"/>
              </a:buClr>
              <a:buSzPts val="1400"/>
              <a:buFont typeface="Afacad Flux SemiBold"/>
              <a:buNone/>
              <a:defRPr>
                <a:solidFill>
                  <a:schemeClr val="dk1"/>
                </a:solidFill>
                <a:latin typeface="Afacad Flux SemiBold"/>
                <a:ea typeface="Afacad Flux SemiBold"/>
                <a:cs typeface="Afacad Flux SemiBold"/>
                <a:sym typeface="Afacad Flux SemiBold"/>
              </a:defRPr>
            </a:lvl2pPr>
            <a:lvl3pPr lvl="2">
              <a:spcBef>
                <a:spcPts val="0"/>
              </a:spcBef>
              <a:spcAft>
                <a:spcPts val="0"/>
              </a:spcAft>
              <a:buClr>
                <a:schemeClr val="dk1"/>
              </a:buClr>
              <a:buSzPts val="1400"/>
              <a:buFont typeface="Afacad Flux SemiBold"/>
              <a:buNone/>
              <a:defRPr>
                <a:solidFill>
                  <a:schemeClr val="dk1"/>
                </a:solidFill>
                <a:latin typeface="Afacad Flux SemiBold"/>
                <a:ea typeface="Afacad Flux SemiBold"/>
                <a:cs typeface="Afacad Flux SemiBold"/>
                <a:sym typeface="Afacad Flux SemiBold"/>
              </a:defRPr>
            </a:lvl3pPr>
            <a:lvl4pPr lvl="3">
              <a:spcBef>
                <a:spcPts val="0"/>
              </a:spcBef>
              <a:spcAft>
                <a:spcPts val="0"/>
              </a:spcAft>
              <a:buClr>
                <a:schemeClr val="dk1"/>
              </a:buClr>
              <a:buSzPts val="1400"/>
              <a:buFont typeface="Afacad Flux SemiBold"/>
              <a:buNone/>
              <a:defRPr>
                <a:solidFill>
                  <a:schemeClr val="dk1"/>
                </a:solidFill>
                <a:latin typeface="Afacad Flux SemiBold"/>
                <a:ea typeface="Afacad Flux SemiBold"/>
                <a:cs typeface="Afacad Flux SemiBold"/>
                <a:sym typeface="Afacad Flux SemiBold"/>
              </a:defRPr>
            </a:lvl4pPr>
            <a:lvl5pPr lvl="4">
              <a:spcBef>
                <a:spcPts val="0"/>
              </a:spcBef>
              <a:spcAft>
                <a:spcPts val="0"/>
              </a:spcAft>
              <a:buClr>
                <a:schemeClr val="dk1"/>
              </a:buClr>
              <a:buSzPts val="1400"/>
              <a:buFont typeface="Afacad Flux SemiBold"/>
              <a:buNone/>
              <a:defRPr>
                <a:solidFill>
                  <a:schemeClr val="dk1"/>
                </a:solidFill>
                <a:latin typeface="Afacad Flux SemiBold"/>
                <a:ea typeface="Afacad Flux SemiBold"/>
                <a:cs typeface="Afacad Flux SemiBold"/>
                <a:sym typeface="Afacad Flux SemiBold"/>
              </a:defRPr>
            </a:lvl5pPr>
            <a:lvl6pPr lvl="5">
              <a:spcBef>
                <a:spcPts val="0"/>
              </a:spcBef>
              <a:spcAft>
                <a:spcPts val="0"/>
              </a:spcAft>
              <a:buClr>
                <a:schemeClr val="dk1"/>
              </a:buClr>
              <a:buSzPts val="1400"/>
              <a:buFont typeface="Afacad Flux SemiBold"/>
              <a:buNone/>
              <a:defRPr>
                <a:solidFill>
                  <a:schemeClr val="dk1"/>
                </a:solidFill>
                <a:latin typeface="Afacad Flux SemiBold"/>
                <a:ea typeface="Afacad Flux SemiBold"/>
                <a:cs typeface="Afacad Flux SemiBold"/>
                <a:sym typeface="Afacad Flux SemiBold"/>
              </a:defRPr>
            </a:lvl6pPr>
            <a:lvl7pPr lvl="6">
              <a:spcBef>
                <a:spcPts val="0"/>
              </a:spcBef>
              <a:spcAft>
                <a:spcPts val="0"/>
              </a:spcAft>
              <a:buClr>
                <a:schemeClr val="dk1"/>
              </a:buClr>
              <a:buSzPts val="1400"/>
              <a:buFont typeface="Afacad Flux SemiBold"/>
              <a:buNone/>
              <a:defRPr>
                <a:solidFill>
                  <a:schemeClr val="dk1"/>
                </a:solidFill>
                <a:latin typeface="Afacad Flux SemiBold"/>
                <a:ea typeface="Afacad Flux SemiBold"/>
                <a:cs typeface="Afacad Flux SemiBold"/>
                <a:sym typeface="Afacad Flux SemiBold"/>
              </a:defRPr>
            </a:lvl7pPr>
            <a:lvl8pPr lvl="7">
              <a:spcBef>
                <a:spcPts val="0"/>
              </a:spcBef>
              <a:spcAft>
                <a:spcPts val="0"/>
              </a:spcAft>
              <a:buClr>
                <a:schemeClr val="dk1"/>
              </a:buClr>
              <a:buSzPts val="1400"/>
              <a:buFont typeface="Afacad Flux SemiBold"/>
              <a:buNone/>
              <a:defRPr>
                <a:solidFill>
                  <a:schemeClr val="dk1"/>
                </a:solidFill>
                <a:latin typeface="Afacad Flux SemiBold"/>
                <a:ea typeface="Afacad Flux SemiBold"/>
                <a:cs typeface="Afacad Flux SemiBold"/>
                <a:sym typeface="Afacad Flux SemiBold"/>
              </a:defRPr>
            </a:lvl8pPr>
            <a:lvl9pPr lvl="8">
              <a:spcBef>
                <a:spcPts val="0"/>
              </a:spcBef>
              <a:spcAft>
                <a:spcPts val="0"/>
              </a:spcAft>
              <a:buClr>
                <a:schemeClr val="dk1"/>
              </a:buClr>
              <a:buSzPts val="1400"/>
              <a:buFont typeface="Afacad Flux SemiBold"/>
              <a:buNone/>
              <a:defRPr>
                <a:solidFill>
                  <a:schemeClr val="dk1"/>
                </a:solidFill>
                <a:latin typeface="Afacad Flux SemiBold"/>
                <a:ea typeface="Afacad Flux SemiBold"/>
                <a:cs typeface="Afacad Flux SemiBold"/>
                <a:sym typeface="Afacad Flux SemiBold"/>
              </a:defRPr>
            </a:lvl9pPr>
          </a:lstStyle>
          <a:p/>
        </p:txBody>
      </p:sp>
      <p:sp>
        <p:nvSpPr>
          <p:cNvPr id="300" name="Google Shape;300;p17"/>
          <p:cNvSpPr txBox="1"/>
          <p:nvPr>
            <p:ph idx="13" type="body"/>
          </p:nvPr>
        </p:nvSpPr>
        <p:spPr>
          <a:xfrm>
            <a:off x="416800" y="2596875"/>
            <a:ext cx="1719000" cy="597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301" name="Google Shape;301;p17"/>
          <p:cNvSpPr txBox="1"/>
          <p:nvPr>
            <p:ph idx="14" type="body"/>
          </p:nvPr>
        </p:nvSpPr>
        <p:spPr>
          <a:xfrm>
            <a:off x="2612000" y="2596875"/>
            <a:ext cx="1719000" cy="597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302" name="Google Shape;302;p17"/>
          <p:cNvSpPr txBox="1"/>
          <p:nvPr>
            <p:ph idx="15" type="body"/>
          </p:nvPr>
        </p:nvSpPr>
        <p:spPr>
          <a:xfrm>
            <a:off x="4807200" y="2723100"/>
            <a:ext cx="1719000" cy="14748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303" name="Google Shape;303;p17"/>
          <p:cNvSpPr txBox="1"/>
          <p:nvPr>
            <p:ph idx="16" type="body"/>
          </p:nvPr>
        </p:nvSpPr>
        <p:spPr>
          <a:xfrm>
            <a:off x="7002404" y="2535463"/>
            <a:ext cx="1719000" cy="597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304" name="Google Shape;304;p17"/>
          <p:cNvSpPr txBox="1"/>
          <p:nvPr>
            <p:ph idx="17"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SzPts val="600"/>
              <a:buFont typeface="Inter"/>
              <a:buNone/>
              <a:defRPr/>
            </a:lvl1pPr>
            <a:lvl2pPr lvl="1" algn="r">
              <a:spcBef>
                <a:spcPts val="0"/>
              </a:spcBef>
              <a:spcAft>
                <a:spcPts val="0"/>
              </a:spcAft>
              <a:buSzPts val="1400"/>
              <a:buFont typeface="Inter"/>
              <a:buNone/>
              <a:defRPr/>
            </a:lvl2pPr>
            <a:lvl3pPr lvl="2" algn="r">
              <a:spcBef>
                <a:spcPts val="0"/>
              </a:spcBef>
              <a:spcAft>
                <a:spcPts val="0"/>
              </a:spcAft>
              <a:buSzPts val="1400"/>
              <a:buFont typeface="Inter"/>
              <a:buNone/>
              <a:defRPr/>
            </a:lvl3pPr>
            <a:lvl4pPr lvl="3" algn="r">
              <a:spcBef>
                <a:spcPts val="0"/>
              </a:spcBef>
              <a:spcAft>
                <a:spcPts val="0"/>
              </a:spcAft>
              <a:buSzPts val="1400"/>
              <a:buFont typeface="Inter"/>
              <a:buNone/>
              <a:defRPr/>
            </a:lvl4pPr>
            <a:lvl5pPr lvl="4" algn="r">
              <a:spcBef>
                <a:spcPts val="0"/>
              </a:spcBef>
              <a:spcAft>
                <a:spcPts val="0"/>
              </a:spcAft>
              <a:buSzPts val="1400"/>
              <a:buFont typeface="Inter"/>
              <a:buNone/>
              <a:defRPr/>
            </a:lvl5pPr>
            <a:lvl6pPr lvl="5" algn="r">
              <a:spcBef>
                <a:spcPts val="0"/>
              </a:spcBef>
              <a:spcAft>
                <a:spcPts val="0"/>
              </a:spcAft>
              <a:buSzPts val="1400"/>
              <a:buFont typeface="Inter"/>
              <a:buNone/>
              <a:defRPr/>
            </a:lvl6pPr>
            <a:lvl7pPr lvl="6" algn="r">
              <a:spcBef>
                <a:spcPts val="0"/>
              </a:spcBef>
              <a:spcAft>
                <a:spcPts val="0"/>
              </a:spcAft>
              <a:buSzPts val="1400"/>
              <a:buFont typeface="Inter"/>
              <a:buNone/>
              <a:defRPr/>
            </a:lvl7pPr>
            <a:lvl8pPr lvl="7" algn="r">
              <a:spcBef>
                <a:spcPts val="0"/>
              </a:spcBef>
              <a:spcAft>
                <a:spcPts val="0"/>
              </a:spcAft>
              <a:buSzPts val="1400"/>
              <a:buFont typeface="Inter"/>
              <a:buNone/>
              <a:defRPr/>
            </a:lvl8pPr>
            <a:lvl9pPr lvl="8" algn="r">
              <a:spcBef>
                <a:spcPts val="0"/>
              </a:spcBef>
              <a:spcAft>
                <a:spcPts val="0"/>
              </a:spcAft>
              <a:buSzPts val="1400"/>
              <a:buFont typeface="Inter"/>
              <a:buNone/>
              <a:defRPr/>
            </a:lvl9pPr>
          </a:lstStyle>
          <a:p/>
        </p:txBody>
      </p:sp>
      <p:sp>
        <p:nvSpPr>
          <p:cNvPr id="305" name="Google Shape;305;p17"/>
          <p:cNvSpPr txBox="1"/>
          <p:nvPr>
            <p:ph idx="18"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Font typeface="Inter"/>
              <a:buNone/>
              <a:defRPr/>
            </a:lvl2pPr>
            <a:lvl3pPr lvl="2">
              <a:spcBef>
                <a:spcPts val="0"/>
              </a:spcBef>
              <a:spcAft>
                <a:spcPts val="0"/>
              </a:spcAft>
              <a:buSzPts val="1400"/>
              <a:buFont typeface="Inter"/>
              <a:buNone/>
              <a:defRPr/>
            </a:lvl3pPr>
            <a:lvl4pPr lvl="3">
              <a:spcBef>
                <a:spcPts val="0"/>
              </a:spcBef>
              <a:spcAft>
                <a:spcPts val="0"/>
              </a:spcAft>
              <a:buSzPts val="1400"/>
              <a:buFont typeface="Inter"/>
              <a:buNone/>
              <a:defRPr/>
            </a:lvl4pPr>
            <a:lvl5pPr lvl="4">
              <a:spcBef>
                <a:spcPts val="0"/>
              </a:spcBef>
              <a:spcAft>
                <a:spcPts val="0"/>
              </a:spcAft>
              <a:buSzPts val="1400"/>
              <a:buFont typeface="Inter"/>
              <a:buNone/>
              <a:defRPr/>
            </a:lvl5pPr>
            <a:lvl6pPr lvl="5">
              <a:spcBef>
                <a:spcPts val="0"/>
              </a:spcBef>
              <a:spcAft>
                <a:spcPts val="0"/>
              </a:spcAft>
              <a:buSzPts val="1400"/>
              <a:buFont typeface="Inter"/>
              <a:buNone/>
              <a:defRPr/>
            </a:lvl6pPr>
            <a:lvl7pPr lvl="6">
              <a:spcBef>
                <a:spcPts val="0"/>
              </a:spcBef>
              <a:spcAft>
                <a:spcPts val="0"/>
              </a:spcAft>
              <a:buSzPts val="1400"/>
              <a:buFont typeface="Inter"/>
              <a:buNone/>
              <a:defRPr/>
            </a:lvl7pPr>
            <a:lvl8pPr lvl="7">
              <a:spcBef>
                <a:spcPts val="0"/>
              </a:spcBef>
              <a:spcAft>
                <a:spcPts val="0"/>
              </a:spcAft>
              <a:buSzPts val="1400"/>
              <a:buFont typeface="Inter"/>
              <a:buNone/>
              <a:defRPr/>
            </a:lvl8pPr>
            <a:lvl9pPr lvl="8">
              <a:spcBef>
                <a:spcPts val="0"/>
              </a:spcBef>
              <a:spcAft>
                <a:spcPts val="0"/>
              </a:spcAft>
              <a:buSzPts val="1400"/>
              <a:buFont typeface="Inter"/>
              <a:buNone/>
              <a:defRPr/>
            </a:lvl9pPr>
          </a:lstStyle>
          <a:p/>
        </p:txBody>
      </p:sp>
      <p:sp>
        <p:nvSpPr>
          <p:cNvPr id="306" name="Google Shape;306;p17"/>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307" name="Google Shape;307;p17"/>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owth">
  <p:cSld name="CUSTOM_5">
    <p:bg>
      <p:bgPr>
        <a:solidFill>
          <a:schemeClr val="dk2"/>
        </a:solidFill>
      </p:bgPr>
    </p:bg>
    <p:spTree>
      <p:nvGrpSpPr>
        <p:cNvPr id="308" name="Shape 308"/>
        <p:cNvGrpSpPr/>
        <p:nvPr/>
      </p:nvGrpSpPr>
      <p:grpSpPr>
        <a:xfrm>
          <a:off x="0" y="0"/>
          <a:ext cx="0" cy="0"/>
          <a:chOff x="0" y="0"/>
          <a:chExt cx="0" cy="0"/>
        </a:xfrm>
      </p:grpSpPr>
      <p:sp>
        <p:nvSpPr>
          <p:cNvPr id="309" name="Google Shape;309;p18"/>
          <p:cNvSpPr txBox="1"/>
          <p:nvPr>
            <p:ph type="title"/>
          </p:nvPr>
        </p:nvSpPr>
        <p:spPr>
          <a:xfrm>
            <a:off x="228600" y="457200"/>
            <a:ext cx="86868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b="0">
                <a:solidFill>
                  <a:schemeClr val="dk1"/>
                </a:solidFill>
                <a:latin typeface="Afacad Flux SemiBold"/>
                <a:ea typeface="Afacad Flux SemiBold"/>
                <a:cs typeface="Afacad Flux SemiBold"/>
                <a:sym typeface="Afacad Flux SemiBold"/>
              </a:defRPr>
            </a:lvl9pPr>
          </a:lstStyle>
          <a:p/>
        </p:txBody>
      </p:sp>
      <p:sp>
        <p:nvSpPr>
          <p:cNvPr id="310" name="Google Shape;310;p18"/>
          <p:cNvSpPr txBox="1"/>
          <p:nvPr>
            <p:ph idx="1" type="subTitle"/>
          </p:nvPr>
        </p:nvSpPr>
        <p:spPr>
          <a:xfrm>
            <a:off x="228600" y="2351075"/>
            <a:ext cx="798000" cy="673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1pPr>
            <a:lvl2pPr lvl="1">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2pPr>
            <a:lvl3pPr lvl="2">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3pPr>
            <a:lvl4pPr lvl="3">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4pPr>
            <a:lvl5pPr lvl="4">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5pPr>
            <a:lvl6pPr lvl="5">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6pPr>
            <a:lvl7pPr lvl="6">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7pPr>
            <a:lvl8pPr lvl="7">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8pPr>
            <a:lvl9pPr lvl="8">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9pPr>
          </a:lstStyle>
          <a:p/>
        </p:txBody>
      </p:sp>
      <p:sp>
        <p:nvSpPr>
          <p:cNvPr id="311" name="Google Shape;311;p18"/>
          <p:cNvSpPr txBox="1"/>
          <p:nvPr>
            <p:ph idx="2" type="subTitle"/>
          </p:nvPr>
        </p:nvSpPr>
        <p:spPr>
          <a:xfrm>
            <a:off x="2423700" y="1604175"/>
            <a:ext cx="798000" cy="673200"/>
          </a:xfrm>
          <a:prstGeom prst="rect">
            <a:avLst/>
          </a:prstGeom>
        </p:spPr>
        <p:txBody>
          <a:bodyPr anchorCtr="0" anchor="t" bIns="0" lIns="0" spcFirstLastPara="1" rIns="0" wrap="square" tIns="0">
            <a:noAutofit/>
          </a:bodyPr>
          <a:lstStyle>
            <a:lvl1pPr lvl="0" algn="l">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1pPr>
            <a:lvl2pPr lvl="1">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2pPr>
            <a:lvl3pPr lvl="2">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3pPr>
            <a:lvl4pPr lvl="3">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4pPr>
            <a:lvl5pPr lvl="4">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5pPr>
            <a:lvl6pPr lvl="5">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6pPr>
            <a:lvl7pPr lvl="6">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7pPr>
            <a:lvl8pPr lvl="7">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8pPr>
            <a:lvl9pPr lvl="8">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9pPr>
          </a:lstStyle>
          <a:p/>
        </p:txBody>
      </p:sp>
      <p:sp>
        <p:nvSpPr>
          <p:cNvPr id="312" name="Google Shape;312;p18"/>
          <p:cNvSpPr txBox="1"/>
          <p:nvPr>
            <p:ph idx="3" type="subTitle"/>
          </p:nvPr>
        </p:nvSpPr>
        <p:spPr>
          <a:xfrm>
            <a:off x="4618875" y="930975"/>
            <a:ext cx="798000" cy="673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1pPr>
            <a:lvl2pPr lvl="1">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2pPr>
            <a:lvl3pPr lvl="2">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3pPr>
            <a:lvl4pPr lvl="3">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4pPr>
            <a:lvl5pPr lvl="4">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5pPr>
            <a:lvl6pPr lvl="5">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6pPr>
            <a:lvl7pPr lvl="6">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7pPr>
            <a:lvl8pPr lvl="7">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8pPr>
            <a:lvl9pPr lvl="8">
              <a:spcBef>
                <a:spcPts val="0"/>
              </a:spcBef>
              <a:spcAft>
                <a:spcPts val="0"/>
              </a:spcAft>
              <a:buClr>
                <a:schemeClr val="accent1"/>
              </a:buClr>
              <a:buSzPts val="4800"/>
              <a:buFont typeface="Afacad Flux"/>
              <a:buNone/>
              <a:defRPr b="1" sz="4800">
                <a:solidFill>
                  <a:schemeClr val="accent1"/>
                </a:solidFill>
                <a:latin typeface="Afacad Flux"/>
                <a:ea typeface="Afacad Flux"/>
                <a:cs typeface="Afacad Flux"/>
                <a:sym typeface="Afacad Flux"/>
              </a:defRPr>
            </a:lvl9pPr>
          </a:lstStyle>
          <a:p/>
        </p:txBody>
      </p:sp>
      <p:sp>
        <p:nvSpPr>
          <p:cNvPr id="313" name="Google Shape;313;p18"/>
          <p:cNvSpPr txBox="1"/>
          <p:nvPr>
            <p:ph idx="4" type="subTitle"/>
          </p:nvPr>
        </p:nvSpPr>
        <p:spPr>
          <a:xfrm>
            <a:off x="6969925" y="602650"/>
            <a:ext cx="798000" cy="6732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4800"/>
              <a:buFont typeface="Afacad Flux"/>
              <a:buNone/>
              <a:defRPr b="1" sz="4800">
                <a:latin typeface="Afacad Flux"/>
                <a:ea typeface="Afacad Flux"/>
                <a:cs typeface="Afacad Flux"/>
                <a:sym typeface="Afacad Flux"/>
              </a:defRPr>
            </a:lvl1pPr>
            <a:lvl2pPr lvl="1">
              <a:spcBef>
                <a:spcPts val="0"/>
              </a:spcBef>
              <a:spcAft>
                <a:spcPts val="0"/>
              </a:spcAft>
              <a:buClr>
                <a:schemeClr val="dk2"/>
              </a:buClr>
              <a:buSzPts val="4800"/>
              <a:buFont typeface="Afacad Flux"/>
              <a:buNone/>
              <a:defRPr b="1" sz="4800">
                <a:latin typeface="Afacad Flux"/>
                <a:ea typeface="Afacad Flux"/>
                <a:cs typeface="Afacad Flux"/>
                <a:sym typeface="Afacad Flux"/>
              </a:defRPr>
            </a:lvl2pPr>
            <a:lvl3pPr lvl="2">
              <a:spcBef>
                <a:spcPts val="0"/>
              </a:spcBef>
              <a:spcAft>
                <a:spcPts val="0"/>
              </a:spcAft>
              <a:buClr>
                <a:schemeClr val="dk2"/>
              </a:buClr>
              <a:buSzPts val="4800"/>
              <a:buFont typeface="Afacad Flux"/>
              <a:buNone/>
              <a:defRPr b="1" sz="4800">
                <a:latin typeface="Afacad Flux"/>
                <a:ea typeface="Afacad Flux"/>
                <a:cs typeface="Afacad Flux"/>
                <a:sym typeface="Afacad Flux"/>
              </a:defRPr>
            </a:lvl3pPr>
            <a:lvl4pPr lvl="3">
              <a:spcBef>
                <a:spcPts val="0"/>
              </a:spcBef>
              <a:spcAft>
                <a:spcPts val="0"/>
              </a:spcAft>
              <a:buClr>
                <a:schemeClr val="dk2"/>
              </a:buClr>
              <a:buSzPts val="4800"/>
              <a:buFont typeface="Afacad Flux"/>
              <a:buNone/>
              <a:defRPr b="1" sz="4800">
                <a:latin typeface="Afacad Flux"/>
                <a:ea typeface="Afacad Flux"/>
                <a:cs typeface="Afacad Flux"/>
                <a:sym typeface="Afacad Flux"/>
              </a:defRPr>
            </a:lvl4pPr>
            <a:lvl5pPr lvl="4">
              <a:spcBef>
                <a:spcPts val="0"/>
              </a:spcBef>
              <a:spcAft>
                <a:spcPts val="0"/>
              </a:spcAft>
              <a:buClr>
                <a:schemeClr val="dk2"/>
              </a:buClr>
              <a:buSzPts val="4800"/>
              <a:buFont typeface="Afacad Flux"/>
              <a:buNone/>
              <a:defRPr b="1" sz="4800">
                <a:latin typeface="Afacad Flux"/>
                <a:ea typeface="Afacad Flux"/>
                <a:cs typeface="Afacad Flux"/>
                <a:sym typeface="Afacad Flux"/>
              </a:defRPr>
            </a:lvl5pPr>
            <a:lvl6pPr lvl="5">
              <a:spcBef>
                <a:spcPts val="0"/>
              </a:spcBef>
              <a:spcAft>
                <a:spcPts val="0"/>
              </a:spcAft>
              <a:buClr>
                <a:schemeClr val="dk2"/>
              </a:buClr>
              <a:buSzPts val="4800"/>
              <a:buFont typeface="Afacad Flux"/>
              <a:buNone/>
              <a:defRPr b="1" sz="4800">
                <a:latin typeface="Afacad Flux"/>
                <a:ea typeface="Afacad Flux"/>
                <a:cs typeface="Afacad Flux"/>
                <a:sym typeface="Afacad Flux"/>
              </a:defRPr>
            </a:lvl6pPr>
            <a:lvl7pPr lvl="6">
              <a:spcBef>
                <a:spcPts val="0"/>
              </a:spcBef>
              <a:spcAft>
                <a:spcPts val="0"/>
              </a:spcAft>
              <a:buClr>
                <a:schemeClr val="dk2"/>
              </a:buClr>
              <a:buSzPts val="4800"/>
              <a:buFont typeface="Afacad Flux"/>
              <a:buNone/>
              <a:defRPr b="1" sz="4800">
                <a:latin typeface="Afacad Flux"/>
                <a:ea typeface="Afacad Flux"/>
                <a:cs typeface="Afacad Flux"/>
                <a:sym typeface="Afacad Flux"/>
              </a:defRPr>
            </a:lvl7pPr>
            <a:lvl8pPr lvl="7">
              <a:spcBef>
                <a:spcPts val="0"/>
              </a:spcBef>
              <a:spcAft>
                <a:spcPts val="0"/>
              </a:spcAft>
              <a:buClr>
                <a:schemeClr val="dk2"/>
              </a:buClr>
              <a:buSzPts val="4800"/>
              <a:buFont typeface="Afacad Flux"/>
              <a:buNone/>
              <a:defRPr b="1" sz="4800">
                <a:latin typeface="Afacad Flux"/>
                <a:ea typeface="Afacad Flux"/>
                <a:cs typeface="Afacad Flux"/>
                <a:sym typeface="Afacad Flux"/>
              </a:defRPr>
            </a:lvl8pPr>
            <a:lvl9pPr lvl="8">
              <a:spcBef>
                <a:spcPts val="0"/>
              </a:spcBef>
              <a:spcAft>
                <a:spcPts val="0"/>
              </a:spcAft>
              <a:buClr>
                <a:schemeClr val="dk2"/>
              </a:buClr>
              <a:buSzPts val="4800"/>
              <a:buFont typeface="Afacad Flux"/>
              <a:buNone/>
              <a:defRPr b="1" sz="4800">
                <a:latin typeface="Afacad Flux"/>
                <a:ea typeface="Afacad Flux"/>
                <a:cs typeface="Afacad Flux"/>
                <a:sym typeface="Afacad Flux"/>
              </a:defRPr>
            </a:lvl9pPr>
          </a:lstStyle>
          <a:p/>
        </p:txBody>
      </p:sp>
      <p:sp>
        <p:nvSpPr>
          <p:cNvPr id="314" name="Google Shape;314;p18"/>
          <p:cNvSpPr txBox="1"/>
          <p:nvPr>
            <p:ph idx="5" type="subTitle"/>
          </p:nvPr>
        </p:nvSpPr>
        <p:spPr>
          <a:xfrm>
            <a:off x="228600" y="3031713"/>
            <a:ext cx="1519200" cy="17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315" name="Google Shape;315;p18"/>
          <p:cNvSpPr txBox="1"/>
          <p:nvPr>
            <p:ph idx="6" type="subTitle"/>
          </p:nvPr>
        </p:nvSpPr>
        <p:spPr>
          <a:xfrm>
            <a:off x="2423700" y="2277363"/>
            <a:ext cx="1519200" cy="17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316" name="Google Shape;316;p18"/>
          <p:cNvSpPr txBox="1"/>
          <p:nvPr>
            <p:ph idx="7" type="subTitle"/>
          </p:nvPr>
        </p:nvSpPr>
        <p:spPr>
          <a:xfrm>
            <a:off x="4618950" y="1604163"/>
            <a:ext cx="1519200" cy="17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200"/>
              <a:buNone/>
              <a:defRPr sz="1200">
                <a:solidFill>
                  <a:schemeClr val="accent1"/>
                </a:solidFill>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317" name="Google Shape;317;p18"/>
          <p:cNvSpPr txBox="1"/>
          <p:nvPr>
            <p:ph idx="8" type="subTitle"/>
          </p:nvPr>
        </p:nvSpPr>
        <p:spPr>
          <a:xfrm>
            <a:off x="6969925" y="1303838"/>
            <a:ext cx="1519200" cy="1782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None/>
              <a:defRPr sz="1200"/>
            </a:lvl1pPr>
            <a:lvl2pPr lvl="1">
              <a:spcBef>
                <a:spcPts val="0"/>
              </a:spcBef>
              <a:spcAft>
                <a:spcPts val="0"/>
              </a:spcAft>
              <a:buClr>
                <a:schemeClr val="dk2"/>
              </a:buClr>
              <a:buSzPts val="1400"/>
              <a:buNone/>
              <a:defRPr/>
            </a:lvl2pPr>
            <a:lvl3pPr lvl="2">
              <a:spcBef>
                <a:spcPts val="0"/>
              </a:spcBef>
              <a:spcAft>
                <a:spcPts val="0"/>
              </a:spcAft>
              <a:buClr>
                <a:schemeClr val="dk2"/>
              </a:buClr>
              <a:buSzPts val="1400"/>
              <a:buNone/>
              <a:defRPr/>
            </a:lvl3pPr>
            <a:lvl4pPr lvl="3">
              <a:spcBef>
                <a:spcPts val="0"/>
              </a:spcBef>
              <a:spcAft>
                <a:spcPts val="0"/>
              </a:spcAft>
              <a:buClr>
                <a:schemeClr val="dk2"/>
              </a:buClr>
              <a:buSzPts val="1400"/>
              <a:buNone/>
              <a:defRPr/>
            </a:lvl4pPr>
            <a:lvl5pPr lvl="4">
              <a:spcBef>
                <a:spcPts val="0"/>
              </a:spcBef>
              <a:spcAft>
                <a:spcPts val="0"/>
              </a:spcAft>
              <a:buClr>
                <a:schemeClr val="dk2"/>
              </a:buClr>
              <a:buSzPts val="1400"/>
              <a:buNone/>
              <a:defRPr/>
            </a:lvl5pPr>
            <a:lvl6pPr lvl="5">
              <a:spcBef>
                <a:spcPts val="0"/>
              </a:spcBef>
              <a:spcAft>
                <a:spcPts val="0"/>
              </a:spcAft>
              <a:buClr>
                <a:schemeClr val="dk2"/>
              </a:buClr>
              <a:buSzPts val="1400"/>
              <a:buNone/>
              <a:defRPr/>
            </a:lvl6pPr>
            <a:lvl7pPr lvl="6">
              <a:spcBef>
                <a:spcPts val="0"/>
              </a:spcBef>
              <a:spcAft>
                <a:spcPts val="0"/>
              </a:spcAft>
              <a:buClr>
                <a:schemeClr val="dk2"/>
              </a:buClr>
              <a:buSzPts val="1400"/>
              <a:buNone/>
              <a:defRPr/>
            </a:lvl7pPr>
            <a:lvl8pPr lvl="7">
              <a:spcBef>
                <a:spcPts val="0"/>
              </a:spcBef>
              <a:spcAft>
                <a:spcPts val="0"/>
              </a:spcAft>
              <a:buClr>
                <a:schemeClr val="dk2"/>
              </a:buClr>
              <a:buSzPts val="1400"/>
              <a:buNone/>
              <a:defRPr/>
            </a:lvl8pPr>
            <a:lvl9pPr lvl="8">
              <a:spcBef>
                <a:spcPts val="0"/>
              </a:spcBef>
              <a:spcAft>
                <a:spcPts val="0"/>
              </a:spcAft>
              <a:buClr>
                <a:schemeClr val="dk2"/>
              </a:buClr>
              <a:buSzPts val="1400"/>
              <a:buNone/>
              <a:defRPr/>
            </a:lvl9pPr>
          </a:lstStyle>
          <a:p/>
        </p:txBody>
      </p:sp>
      <p:sp>
        <p:nvSpPr>
          <p:cNvPr id="318" name="Google Shape;318;p18"/>
          <p:cNvSpPr/>
          <p:nvPr>
            <p:ph idx="9" type="pic"/>
          </p:nvPr>
        </p:nvSpPr>
        <p:spPr>
          <a:xfrm>
            <a:off x="6814050" y="2222500"/>
            <a:ext cx="2101200" cy="2190600"/>
          </a:xfrm>
          <a:prstGeom prst="roundRect">
            <a:avLst>
              <a:gd fmla="val 10856" name="adj"/>
            </a:avLst>
          </a:prstGeom>
          <a:noFill/>
          <a:ln>
            <a:noFill/>
          </a:ln>
        </p:spPr>
      </p:sp>
      <p:sp>
        <p:nvSpPr>
          <p:cNvPr id="319" name="Google Shape;319;p18"/>
          <p:cNvSpPr txBox="1"/>
          <p:nvPr>
            <p:ph idx="13" type="subTitle"/>
          </p:nvPr>
        </p:nvSpPr>
        <p:spPr>
          <a:xfrm>
            <a:off x="254625" y="4540875"/>
            <a:ext cx="874200" cy="142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None/>
              <a:defRPr sz="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18"/>
          <p:cNvSpPr txBox="1"/>
          <p:nvPr>
            <p:ph idx="14" type="subTitle"/>
          </p:nvPr>
        </p:nvSpPr>
        <p:spPr>
          <a:xfrm>
            <a:off x="2423700" y="4540875"/>
            <a:ext cx="910500" cy="142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None/>
              <a:defRPr sz="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1" name="Google Shape;321;p18"/>
          <p:cNvSpPr txBox="1"/>
          <p:nvPr>
            <p:ph idx="15" type="subTitle"/>
          </p:nvPr>
        </p:nvSpPr>
        <p:spPr>
          <a:xfrm>
            <a:off x="4618950" y="4540875"/>
            <a:ext cx="874200" cy="142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None/>
              <a:defRPr sz="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18"/>
          <p:cNvSpPr txBox="1"/>
          <p:nvPr>
            <p:ph idx="16" type="subTitle"/>
          </p:nvPr>
        </p:nvSpPr>
        <p:spPr>
          <a:xfrm>
            <a:off x="6814050" y="4540875"/>
            <a:ext cx="874200" cy="142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None/>
              <a:defRPr sz="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18"/>
          <p:cNvSpPr txBox="1"/>
          <p:nvPr>
            <p:ph idx="17" type="body"/>
          </p:nvPr>
        </p:nvSpPr>
        <p:spPr>
          <a:xfrm>
            <a:off x="345600" y="3503675"/>
            <a:ext cx="1857000" cy="752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324" name="Google Shape;324;p18"/>
          <p:cNvSpPr txBox="1"/>
          <p:nvPr>
            <p:ph idx="18" type="body"/>
          </p:nvPr>
        </p:nvSpPr>
        <p:spPr>
          <a:xfrm>
            <a:off x="2545800" y="3503675"/>
            <a:ext cx="1857000" cy="752100"/>
          </a:xfrm>
          <a:prstGeom prst="rect">
            <a:avLst/>
          </a:prstGeom>
        </p:spPr>
        <p:txBody>
          <a:bodyPr anchorCtr="0" anchor="b" bIns="0" lIns="0" spcFirstLastPara="1" rIns="9142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325" name="Google Shape;325;p18"/>
          <p:cNvSpPr txBox="1"/>
          <p:nvPr>
            <p:ph idx="19" type="body"/>
          </p:nvPr>
        </p:nvSpPr>
        <p:spPr>
          <a:xfrm>
            <a:off x="4740975" y="3503675"/>
            <a:ext cx="1857000" cy="752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326" name="Google Shape;326;p18"/>
          <p:cNvSpPr txBox="1"/>
          <p:nvPr>
            <p:ph idx="20"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600"/>
              <a:buFont typeface="Inter"/>
              <a:buNone/>
              <a:defRPr>
                <a:solidFill>
                  <a:schemeClr val="dk1"/>
                </a:solidFill>
              </a:defRPr>
            </a:lvl1pPr>
            <a:lvl2pPr lvl="1" algn="r">
              <a:spcBef>
                <a:spcPts val="0"/>
              </a:spcBef>
              <a:spcAft>
                <a:spcPts val="0"/>
              </a:spcAft>
              <a:buClr>
                <a:schemeClr val="dk1"/>
              </a:buClr>
              <a:buSzPts val="1400"/>
              <a:buFont typeface="Inter"/>
              <a:buNone/>
              <a:defRPr>
                <a:solidFill>
                  <a:schemeClr val="dk1"/>
                </a:solidFill>
              </a:defRPr>
            </a:lvl2pPr>
            <a:lvl3pPr lvl="2" algn="r">
              <a:spcBef>
                <a:spcPts val="0"/>
              </a:spcBef>
              <a:spcAft>
                <a:spcPts val="0"/>
              </a:spcAft>
              <a:buClr>
                <a:schemeClr val="dk1"/>
              </a:buClr>
              <a:buSzPts val="1400"/>
              <a:buFont typeface="Inter"/>
              <a:buNone/>
              <a:defRPr>
                <a:solidFill>
                  <a:schemeClr val="dk1"/>
                </a:solidFill>
              </a:defRPr>
            </a:lvl3pPr>
            <a:lvl4pPr lvl="3" algn="r">
              <a:spcBef>
                <a:spcPts val="0"/>
              </a:spcBef>
              <a:spcAft>
                <a:spcPts val="0"/>
              </a:spcAft>
              <a:buClr>
                <a:schemeClr val="dk1"/>
              </a:buClr>
              <a:buSzPts val="1400"/>
              <a:buFont typeface="Inter"/>
              <a:buNone/>
              <a:defRPr>
                <a:solidFill>
                  <a:schemeClr val="dk1"/>
                </a:solidFill>
              </a:defRPr>
            </a:lvl4pPr>
            <a:lvl5pPr lvl="4" algn="r">
              <a:spcBef>
                <a:spcPts val="0"/>
              </a:spcBef>
              <a:spcAft>
                <a:spcPts val="0"/>
              </a:spcAft>
              <a:buClr>
                <a:schemeClr val="dk1"/>
              </a:buClr>
              <a:buSzPts val="1400"/>
              <a:buFont typeface="Inter"/>
              <a:buNone/>
              <a:defRPr>
                <a:solidFill>
                  <a:schemeClr val="dk1"/>
                </a:solidFill>
              </a:defRPr>
            </a:lvl5pPr>
            <a:lvl6pPr lvl="5" algn="r">
              <a:spcBef>
                <a:spcPts val="0"/>
              </a:spcBef>
              <a:spcAft>
                <a:spcPts val="0"/>
              </a:spcAft>
              <a:buClr>
                <a:schemeClr val="dk1"/>
              </a:buClr>
              <a:buSzPts val="1400"/>
              <a:buFont typeface="Inter"/>
              <a:buNone/>
              <a:defRPr>
                <a:solidFill>
                  <a:schemeClr val="dk1"/>
                </a:solidFill>
              </a:defRPr>
            </a:lvl6pPr>
            <a:lvl7pPr lvl="6" algn="r">
              <a:spcBef>
                <a:spcPts val="0"/>
              </a:spcBef>
              <a:spcAft>
                <a:spcPts val="0"/>
              </a:spcAft>
              <a:buClr>
                <a:schemeClr val="dk1"/>
              </a:buClr>
              <a:buSzPts val="1400"/>
              <a:buFont typeface="Inter"/>
              <a:buNone/>
              <a:defRPr>
                <a:solidFill>
                  <a:schemeClr val="dk1"/>
                </a:solidFill>
              </a:defRPr>
            </a:lvl7pPr>
            <a:lvl8pPr lvl="7" algn="r">
              <a:spcBef>
                <a:spcPts val="0"/>
              </a:spcBef>
              <a:spcAft>
                <a:spcPts val="0"/>
              </a:spcAft>
              <a:buClr>
                <a:schemeClr val="dk1"/>
              </a:buClr>
              <a:buSzPts val="1400"/>
              <a:buFont typeface="Inter"/>
              <a:buNone/>
              <a:defRPr>
                <a:solidFill>
                  <a:schemeClr val="dk1"/>
                </a:solidFill>
              </a:defRPr>
            </a:lvl8pPr>
            <a:lvl9pPr lvl="8" algn="r">
              <a:spcBef>
                <a:spcPts val="0"/>
              </a:spcBef>
              <a:spcAft>
                <a:spcPts val="0"/>
              </a:spcAft>
              <a:buClr>
                <a:schemeClr val="dk1"/>
              </a:buClr>
              <a:buSzPts val="1400"/>
              <a:buFont typeface="Inter"/>
              <a:buNone/>
              <a:defRPr>
                <a:solidFill>
                  <a:schemeClr val="dk1"/>
                </a:solidFill>
              </a:defRPr>
            </a:lvl9pPr>
          </a:lstStyle>
          <a:p/>
        </p:txBody>
      </p:sp>
      <p:sp>
        <p:nvSpPr>
          <p:cNvPr id="327" name="Google Shape;327;p18"/>
          <p:cNvSpPr txBox="1"/>
          <p:nvPr>
            <p:ph idx="21"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328" name="Google Shape;328;p18"/>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329" name="Google Shape;329;p18"/>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ALT 1">
  <p:cSld name="CUSTOM_6">
    <p:bg>
      <p:bgPr>
        <a:solidFill>
          <a:schemeClr val="lt2"/>
        </a:solidFill>
      </p:bgPr>
    </p:bg>
    <p:spTree>
      <p:nvGrpSpPr>
        <p:cNvPr id="330" name="Shape 330"/>
        <p:cNvGrpSpPr/>
        <p:nvPr/>
      </p:nvGrpSpPr>
      <p:grpSpPr>
        <a:xfrm>
          <a:off x="0" y="0"/>
          <a:ext cx="0" cy="0"/>
          <a:chOff x="0" y="0"/>
          <a:chExt cx="0" cy="0"/>
        </a:xfrm>
      </p:grpSpPr>
      <p:sp>
        <p:nvSpPr>
          <p:cNvPr id="331" name="Google Shape;331;p19"/>
          <p:cNvSpPr txBox="1"/>
          <p:nvPr>
            <p:ph type="title"/>
          </p:nvPr>
        </p:nvSpPr>
        <p:spPr>
          <a:xfrm>
            <a:off x="228600" y="457200"/>
            <a:ext cx="4296600" cy="6732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9pPr>
          </a:lstStyle>
          <a:p/>
        </p:txBody>
      </p:sp>
      <p:sp>
        <p:nvSpPr>
          <p:cNvPr id="332" name="Google Shape;332;p19"/>
          <p:cNvSpPr txBox="1"/>
          <p:nvPr>
            <p:ph idx="1" type="subTitle"/>
          </p:nvPr>
        </p:nvSpPr>
        <p:spPr>
          <a:xfrm>
            <a:off x="471750" y="2260200"/>
            <a:ext cx="1714500" cy="2802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SzPts val="1400"/>
              <a:buFont typeface="Inter SemiBold"/>
              <a:buNone/>
              <a:defRPr>
                <a:latin typeface="Inter SemiBold"/>
                <a:ea typeface="Inter SemiBold"/>
                <a:cs typeface="Inter SemiBold"/>
                <a:sym typeface="Inter SemiBold"/>
              </a:defRPr>
            </a:lvl2pPr>
            <a:lvl3pPr lvl="2">
              <a:spcBef>
                <a:spcPts val="0"/>
              </a:spcBef>
              <a:spcAft>
                <a:spcPts val="0"/>
              </a:spcAft>
              <a:buSzPts val="1400"/>
              <a:buFont typeface="Inter SemiBold"/>
              <a:buNone/>
              <a:defRPr>
                <a:latin typeface="Inter SemiBold"/>
                <a:ea typeface="Inter SemiBold"/>
                <a:cs typeface="Inter SemiBold"/>
                <a:sym typeface="Inter SemiBold"/>
              </a:defRPr>
            </a:lvl3pPr>
            <a:lvl4pPr lvl="3">
              <a:spcBef>
                <a:spcPts val="0"/>
              </a:spcBef>
              <a:spcAft>
                <a:spcPts val="0"/>
              </a:spcAft>
              <a:buSzPts val="1400"/>
              <a:buFont typeface="Inter SemiBold"/>
              <a:buNone/>
              <a:defRPr>
                <a:latin typeface="Inter SemiBold"/>
                <a:ea typeface="Inter SemiBold"/>
                <a:cs typeface="Inter SemiBold"/>
                <a:sym typeface="Inter SemiBold"/>
              </a:defRPr>
            </a:lvl4pPr>
            <a:lvl5pPr lvl="4">
              <a:spcBef>
                <a:spcPts val="0"/>
              </a:spcBef>
              <a:spcAft>
                <a:spcPts val="0"/>
              </a:spcAft>
              <a:buSzPts val="1400"/>
              <a:buFont typeface="Inter SemiBold"/>
              <a:buNone/>
              <a:defRPr>
                <a:latin typeface="Inter SemiBold"/>
                <a:ea typeface="Inter SemiBold"/>
                <a:cs typeface="Inter SemiBold"/>
                <a:sym typeface="Inter SemiBold"/>
              </a:defRPr>
            </a:lvl5pPr>
            <a:lvl6pPr lvl="5">
              <a:spcBef>
                <a:spcPts val="0"/>
              </a:spcBef>
              <a:spcAft>
                <a:spcPts val="0"/>
              </a:spcAft>
              <a:buSzPts val="1400"/>
              <a:buFont typeface="Inter SemiBold"/>
              <a:buNone/>
              <a:defRPr>
                <a:latin typeface="Inter SemiBold"/>
                <a:ea typeface="Inter SemiBold"/>
                <a:cs typeface="Inter SemiBold"/>
                <a:sym typeface="Inter SemiBold"/>
              </a:defRPr>
            </a:lvl6pPr>
            <a:lvl7pPr lvl="6">
              <a:spcBef>
                <a:spcPts val="0"/>
              </a:spcBef>
              <a:spcAft>
                <a:spcPts val="0"/>
              </a:spcAft>
              <a:buSzPts val="1400"/>
              <a:buFont typeface="Inter SemiBold"/>
              <a:buNone/>
              <a:defRPr>
                <a:latin typeface="Inter SemiBold"/>
                <a:ea typeface="Inter SemiBold"/>
                <a:cs typeface="Inter SemiBold"/>
                <a:sym typeface="Inter SemiBold"/>
              </a:defRPr>
            </a:lvl7pPr>
            <a:lvl8pPr lvl="7">
              <a:spcBef>
                <a:spcPts val="0"/>
              </a:spcBef>
              <a:spcAft>
                <a:spcPts val="0"/>
              </a:spcAft>
              <a:buSzPts val="1400"/>
              <a:buFont typeface="Inter SemiBold"/>
              <a:buNone/>
              <a:defRPr>
                <a:latin typeface="Inter SemiBold"/>
                <a:ea typeface="Inter SemiBold"/>
                <a:cs typeface="Inter SemiBold"/>
                <a:sym typeface="Inter SemiBold"/>
              </a:defRPr>
            </a:lvl8pPr>
            <a:lvl9pPr lvl="8">
              <a:spcBef>
                <a:spcPts val="0"/>
              </a:spcBef>
              <a:spcAft>
                <a:spcPts val="0"/>
              </a:spcAft>
              <a:buSzPts val="1400"/>
              <a:buFont typeface="Inter SemiBold"/>
              <a:buNone/>
              <a:defRPr>
                <a:latin typeface="Inter SemiBold"/>
                <a:ea typeface="Inter SemiBold"/>
                <a:cs typeface="Inter SemiBold"/>
                <a:sym typeface="Inter SemiBold"/>
              </a:defRPr>
            </a:lvl9pPr>
          </a:lstStyle>
          <a:p/>
        </p:txBody>
      </p:sp>
      <p:sp>
        <p:nvSpPr>
          <p:cNvPr id="333" name="Google Shape;333;p19"/>
          <p:cNvSpPr txBox="1"/>
          <p:nvPr>
            <p:ph idx="2" type="subTitle"/>
          </p:nvPr>
        </p:nvSpPr>
        <p:spPr>
          <a:xfrm>
            <a:off x="2617350" y="2260200"/>
            <a:ext cx="1714500" cy="2802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SzPts val="1400"/>
              <a:buFont typeface="Inter SemiBold"/>
              <a:buNone/>
              <a:defRPr>
                <a:latin typeface="Inter SemiBold"/>
                <a:ea typeface="Inter SemiBold"/>
                <a:cs typeface="Inter SemiBold"/>
                <a:sym typeface="Inter SemiBold"/>
              </a:defRPr>
            </a:lvl2pPr>
            <a:lvl3pPr lvl="2">
              <a:spcBef>
                <a:spcPts val="0"/>
              </a:spcBef>
              <a:spcAft>
                <a:spcPts val="0"/>
              </a:spcAft>
              <a:buSzPts val="1400"/>
              <a:buFont typeface="Inter SemiBold"/>
              <a:buNone/>
              <a:defRPr>
                <a:latin typeface="Inter SemiBold"/>
                <a:ea typeface="Inter SemiBold"/>
                <a:cs typeface="Inter SemiBold"/>
                <a:sym typeface="Inter SemiBold"/>
              </a:defRPr>
            </a:lvl3pPr>
            <a:lvl4pPr lvl="3">
              <a:spcBef>
                <a:spcPts val="0"/>
              </a:spcBef>
              <a:spcAft>
                <a:spcPts val="0"/>
              </a:spcAft>
              <a:buSzPts val="1400"/>
              <a:buFont typeface="Inter SemiBold"/>
              <a:buNone/>
              <a:defRPr>
                <a:latin typeface="Inter SemiBold"/>
                <a:ea typeface="Inter SemiBold"/>
                <a:cs typeface="Inter SemiBold"/>
                <a:sym typeface="Inter SemiBold"/>
              </a:defRPr>
            </a:lvl4pPr>
            <a:lvl5pPr lvl="4">
              <a:spcBef>
                <a:spcPts val="0"/>
              </a:spcBef>
              <a:spcAft>
                <a:spcPts val="0"/>
              </a:spcAft>
              <a:buSzPts val="1400"/>
              <a:buFont typeface="Inter SemiBold"/>
              <a:buNone/>
              <a:defRPr>
                <a:latin typeface="Inter SemiBold"/>
                <a:ea typeface="Inter SemiBold"/>
                <a:cs typeface="Inter SemiBold"/>
                <a:sym typeface="Inter SemiBold"/>
              </a:defRPr>
            </a:lvl5pPr>
            <a:lvl6pPr lvl="5">
              <a:spcBef>
                <a:spcPts val="0"/>
              </a:spcBef>
              <a:spcAft>
                <a:spcPts val="0"/>
              </a:spcAft>
              <a:buSzPts val="1400"/>
              <a:buFont typeface="Inter SemiBold"/>
              <a:buNone/>
              <a:defRPr>
                <a:latin typeface="Inter SemiBold"/>
                <a:ea typeface="Inter SemiBold"/>
                <a:cs typeface="Inter SemiBold"/>
                <a:sym typeface="Inter SemiBold"/>
              </a:defRPr>
            </a:lvl6pPr>
            <a:lvl7pPr lvl="6">
              <a:spcBef>
                <a:spcPts val="0"/>
              </a:spcBef>
              <a:spcAft>
                <a:spcPts val="0"/>
              </a:spcAft>
              <a:buSzPts val="1400"/>
              <a:buFont typeface="Inter SemiBold"/>
              <a:buNone/>
              <a:defRPr>
                <a:latin typeface="Inter SemiBold"/>
                <a:ea typeface="Inter SemiBold"/>
                <a:cs typeface="Inter SemiBold"/>
                <a:sym typeface="Inter SemiBold"/>
              </a:defRPr>
            </a:lvl7pPr>
            <a:lvl8pPr lvl="7">
              <a:spcBef>
                <a:spcPts val="0"/>
              </a:spcBef>
              <a:spcAft>
                <a:spcPts val="0"/>
              </a:spcAft>
              <a:buSzPts val="1400"/>
              <a:buFont typeface="Inter SemiBold"/>
              <a:buNone/>
              <a:defRPr>
                <a:latin typeface="Inter SemiBold"/>
                <a:ea typeface="Inter SemiBold"/>
                <a:cs typeface="Inter SemiBold"/>
                <a:sym typeface="Inter SemiBold"/>
              </a:defRPr>
            </a:lvl8pPr>
            <a:lvl9pPr lvl="8">
              <a:spcBef>
                <a:spcPts val="0"/>
              </a:spcBef>
              <a:spcAft>
                <a:spcPts val="0"/>
              </a:spcAft>
              <a:buSzPts val="1400"/>
              <a:buFont typeface="Inter SemiBold"/>
              <a:buNone/>
              <a:defRPr>
                <a:latin typeface="Inter SemiBold"/>
                <a:ea typeface="Inter SemiBold"/>
                <a:cs typeface="Inter SemiBold"/>
                <a:sym typeface="Inter SemiBold"/>
              </a:defRPr>
            </a:lvl9pPr>
          </a:lstStyle>
          <a:p/>
        </p:txBody>
      </p:sp>
      <p:sp>
        <p:nvSpPr>
          <p:cNvPr id="334" name="Google Shape;334;p19"/>
          <p:cNvSpPr txBox="1"/>
          <p:nvPr>
            <p:ph idx="3" type="subTitle"/>
          </p:nvPr>
        </p:nvSpPr>
        <p:spPr>
          <a:xfrm>
            <a:off x="4812300" y="2260200"/>
            <a:ext cx="1714500" cy="2802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SzPts val="1400"/>
              <a:buFont typeface="Inter SemiBold"/>
              <a:buNone/>
              <a:defRPr>
                <a:latin typeface="Inter SemiBold"/>
                <a:ea typeface="Inter SemiBold"/>
                <a:cs typeface="Inter SemiBold"/>
                <a:sym typeface="Inter SemiBold"/>
              </a:defRPr>
            </a:lvl2pPr>
            <a:lvl3pPr lvl="2">
              <a:spcBef>
                <a:spcPts val="0"/>
              </a:spcBef>
              <a:spcAft>
                <a:spcPts val="0"/>
              </a:spcAft>
              <a:buSzPts val="1400"/>
              <a:buFont typeface="Inter SemiBold"/>
              <a:buNone/>
              <a:defRPr>
                <a:latin typeface="Inter SemiBold"/>
                <a:ea typeface="Inter SemiBold"/>
                <a:cs typeface="Inter SemiBold"/>
                <a:sym typeface="Inter SemiBold"/>
              </a:defRPr>
            </a:lvl3pPr>
            <a:lvl4pPr lvl="3">
              <a:spcBef>
                <a:spcPts val="0"/>
              </a:spcBef>
              <a:spcAft>
                <a:spcPts val="0"/>
              </a:spcAft>
              <a:buSzPts val="1400"/>
              <a:buFont typeface="Inter SemiBold"/>
              <a:buNone/>
              <a:defRPr>
                <a:latin typeface="Inter SemiBold"/>
                <a:ea typeface="Inter SemiBold"/>
                <a:cs typeface="Inter SemiBold"/>
                <a:sym typeface="Inter SemiBold"/>
              </a:defRPr>
            </a:lvl4pPr>
            <a:lvl5pPr lvl="4">
              <a:spcBef>
                <a:spcPts val="0"/>
              </a:spcBef>
              <a:spcAft>
                <a:spcPts val="0"/>
              </a:spcAft>
              <a:buSzPts val="1400"/>
              <a:buFont typeface="Inter SemiBold"/>
              <a:buNone/>
              <a:defRPr>
                <a:latin typeface="Inter SemiBold"/>
                <a:ea typeface="Inter SemiBold"/>
                <a:cs typeface="Inter SemiBold"/>
                <a:sym typeface="Inter SemiBold"/>
              </a:defRPr>
            </a:lvl5pPr>
            <a:lvl6pPr lvl="5">
              <a:spcBef>
                <a:spcPts val="0"/>
              </a:spcBef>
              <a:spcAft>
                <a:spcPts val="0"/>
              </a:spcAft>
              <a:buSzPts val="1400"/>
              <a:buFont typeface="Inter SemiBold"/>
              <a:buNone/>
              <a:defRPr>
                <a:latin typeface="Inter SemiBold"/>
                <a:ea typeface="Inter SemiBold"/>
                <a:cs typeface="Inter SemiBold"/>
                <a:sym typeface="Inter SemiBold"/>
              </a:defRPr>
            </a:lvl6pPr>
            <a:lvl7pPr lvl="6">
              <a:spcBef>
                <a:spcPts val="0"/>
              </a:spcBef>
              <a:spcAft>
                <a:spcPts val="0"/>
              </a:spcAft>
              <a:buSzPts val="1400"/>
              <a:buFont typeface="Inter SemiBold"/>
              <a:buNone/>
              <a:defRPr>
                <a:latin typeface="Inter SemiBold"/>
                <a:ea typeface="Inter SemiBold"/>
                <a:cs typeface="Inter SemiBold"/>
                <a:sym typeface="Inter SemiBold"/>
              </a:defRPr>
            </a:lvl7pPr>
            <a:lvl8pPr lvl="7">
              <a:spcBef>
                <a:spcPts val="0"/>
              </a:spcBef>
              <a:spcAft>
                <a:spcPts val="0"/>
              </a:spcAft>
              <a:buSzPts val="1400"/>
              <a:buFont typeface="Inter SemiBold"/>
              <a:buNone/>
              <a:defRPr>
                <a:latin typeface="Inter SemiBold"/>
                <a:ea typeface="Inter SemiBold"/>
                <a:cs typeface="Inter SemiBold"/>
                <a:sym typeface="Inter SemiBold"/>
              </a:defRPr>
            </a:lvl8pPr>
            <a:lvl9pPr lvl="8">
              <a:spcBef>
                <a:spcPts val="0"/>
              </a:spcBef>
              <a:spcAft>
                <a:spcPts val="0"/>
              </a:spcAft>
              <a:buSzPts val="1400"/>
              <a:buFont typeface="Inter SemiBold"/>
              <a:buNone/>
              <a:defRPr>
                <a:latin typeface="Inter SemiBold"/>
                <a:ea typeface="Inter SemiBold"/>
                <a:cs typeface="Inter SemiBold"/>
                <a:sym typeface="Inter SemiBold"/>
              </a:defRPr>
            </a:lvl9pPr>
          </a:lstStyle>
          <a:p/>
        </p:txBody>
      </p:sp>
      <p:sp>
        <p:nvSpPr>
          <p:cNvPr id="335" name="Google Shape;335;p19"/>
          <p:cNvSpPr txBox="1"/>
          <p:nvPr>
            <p:ph idx="4" type="subTitle"/>
          </p:nvPr>
        </p:nvSpPr>
        <p:spPr>
          <a:xfrm>
            <a:off x="7005300" y="2260200"/>
            <a:ext cx="1714500" cy="2802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SzPts val="1400"/>
              <a:buFont typeface="Inter SemiBold"/>
              <a:buNone/>
              <a:defRPr>
                <a:latin typeface="Inter SemiBold"/>
                <a:ea typeface="Inter SemiBold"/>
                <a:cs typeface="Inter SemiBold"/>
                <a:sym typeface="Inter SemiBold"/>
              </a:defRPr>
            </a:lvl2pPr>
            <a:lvl3pPr lvl="2">
              <a:spcBef>
                <a:spcPts val="0"/>
              </a:spcBef>
              <a:spcAft>
                <a:spcPts val="0"/>
              </a:spcAft>
              <a:buSzPts val="1400"/>
              <a:buFont typeface="Inter SemiBold"/>
              <a:buNone/>
              <a:defRPr>
                <a:latin typeface="Inter SemiBold"/>
                <a:ea typeface="Inter SemiBold"/>
                <a:cs typeface="Inter SemiBold"/>
                <a:sym typeface="Inter SemiBold"/>
              </a:defRPr>
            </a:lvl3pPr>
            <a:lvl4pPr lvl="3">
              <a:spcBef>
                <a:spcPts val="0"/>
              </a:spcBef>
              <a:spcAft>
                <a:spcPts val="0"/>
              </a:spcAft>
              <a:buSzPts val="1400"/>
              <a:buFont typeface="Inter SemiBold"/>
              <a:buNone/>
              <a:defRPr>
                <a:latin typeface="Inter SemiBold"/>
                <a:ea typeface="Inter SemiBold"/>
                <a:cs typeface="Inter SemiBold"/>
                <a:sym typeface="Inter SemiBold"/>
              </a:defRPr>
            </a:lvl4pPr>
            <a:lvl5pPr lvl="4">
              <a:spcBef>
                <a:spcPts val="0"/>
              </a:spcBef>
              <a:spcAft>
                <a:spcPts val="0"/>
              </a:spcAft>
              <a:buSzPts val="1400"/>
              <a:buFont typeface="Inter SemiBold"/>
              <a:buNone/>
              <a:defRPr>
                <a:latin typeface="Inter SemiBold"/>
                <a:ea typeface="Inter SemiBold"/>
                <a:cs typeface="Inter SemiBold"/>
                <a:sym typeface="Inter SemiBold"/>
              </a:defRPr>
            </a:lvl5pPr>
            <a:lvl6pPr lvl="5">
              <a:spcBef>
                <a:spcPts val="0"/>
              </a:spcBef>
              <a:spcAft>
                <a:spcPts val="0"/>
              </a:spcAft>
              <a:buSzPts val="1400"/>
              <a:buFont typeface="Inter SemiBold"/>
              <a:buNone/>
              <a:defRPr>
                <a:latin typeface="Inter SemiBold"/>
                <a:ea typeface="Inter SemiBold"/>
                <a:cs typeface="Inter SemiBold"/>
                <a:sym typeface="Inter SemiBold"/>
              </a:defRPr>
            </a:lvl6pPr>
            <a:lvl7pPr lvl="6">
              <a:spcBef>
                <a:spcPts val="0"/>
              </a:spcBef>
              <a:spcAft>
                <a:spcPts val="0"/>
              </a:spcAft>
              <a:buSzPts val="1400"/>
              <a:buFont typeface="Inter SemiBold"/>
              <a:buNone/>
              <a:defRPr>
                <a:latin typeface="Inter SemiBold"/>
                <a:ea typeface="Inter SemiBold"/>
                <a:cs typeface="Inter SemiBold"/>
                <a:sym typeface="Inter SemiBold"/>
              </a:defRPr>
            </a:lvl7pPr>
            <a:lvl8pPr lvl="7">
              <a:spcBef>
                <a:spcPts val="0"/>
              </a:spcBef>
              <a:spcAft>
                <a:spcPts val="0"/>
              </a:spcAft>
              <a:buSzPts val="1400"/>
              <a:buFont typeface="Inter SemiBold"/>
              <a:buNone/>
              <a:defRPr>
                <a:latin typeface="Inter SemiBold"/>
                <a:ea typeface="Inter SemiBold"/>
                <a:cs typeface="Inter SemiBold"/>
                <a:sym typeface="Inter SemiBold"/>
              </a:defRPr>
            </a:lvl8pPr>
            <a:lvl9pPr lvl="8">
              <a:spcBef>
                <a:spcPts val="0"/>
              </a:spcBef>
              <a:spcAft>
                <a:spcPts val="0"/>
              </a:spcAft>
              <a:buSzPts val="1400"/>
              <a:buFont typeface="Inter SemiBold"/>
              <a:buNone/>
              <a:defRPr>
                <a:latin typeface="Inter SemiBold"/>
                <a:ea typeface="Inter SemiBold"/>
                <a:cs typeface="Inter SemiBold"/>
                <a:sym typeface="Inter SemiBold"/>
              </a:defRPr>
            </a:lvl9pPr>
          </a:lstStyle>
          <a:p/>
        </p:txBody>
      </p:sp>
      <p:sp>
        <p:nvSpPr>
          <p:cNvPr id="336" name="Google Shape;336;p19"/>
          <p:cNvSpPr txBox="1"/>
          <p:nvPr>
            <p:ph idx="5" type="body"/>
          </p:nvPr>
        </p:nvSpPr>
        <p:spPr>
          <a:xfrm>
            <a:off x="228525" y="2894650"/>
            <a:ext cx="2101200" cy="1374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37" name="Google Shape;337;p19"/>
          <p:cNvSpPr txBox="1"/>
          <p:nvPr>
            <p:ph idx="6" type="body"/>
          </p:nvPr>
        </p:nvSpPr>
        <p:spPr>
          <a:xfrm>
            <a:off x="2423850" y="2894650"/>
            <a:ext cx="2101200" cy="137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38" name="Google Shape;338;p19"/>
          <p:cNvSpPr txBox="1"/>
          <p:nvPr>
            <p:ph idx="7" type="body"/>
          </p:nvPr>
        </p:nvSpPr>
        <p:spPr>
          <a:xfrm>
            <a:off x="4619175" y="2894650"/>
            <a:ext cx="2101200" cy="1374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39" name="Google Shape;339;p19"/>
          <p:cNvSpPr txBox="1"/>
          <p:nvPr>
            <p:ph idx="8" type="body"/>
          </p:nvPr>
        </p:nvSpPr>
        <p:spPr>
          <a:xfrm>
            <a:off x="6875100" y="2894650"/>
            <a:ext cx="2101200" cy="1374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40" name="Google Shape;340;p19"/>
          <p:cNvSpPr txBox="1"/>
          <p:nvPr>
            <p:ph idx="9"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2"/>
              </a:buClr>
              <a:buSzPts val="600"/>
              <a:buFont typeface="Inter"/>
              <a:buNone/>
              <a:defRPr/>
            </a:lvl1pPr>
            <a:lvl2pPr lvl="1" algn="r">
              <a:spcBef>
                <a:spcPts val="0"/>
              </a:spcBef>
              <a:spcAft>
                <a:spcPts val="0"/>
              </a:spcAft>
              <a:buClr>
                <a:schemeClr val="dk2"/>
              </a:buClr>
              <a:buSzPts val="1400"/>
              <a:buFont typeface="Inter"/>
              <a:buNone/>
              <a:defRPr/>
            </a:lvl2pPr>
            <a:lvl3pPr lvl="2" algn="r">
              <a:spcBef>
                <a:spcPts val="0"/>
              </a:spcBef>
              <a:spcAft>
                <a:spcPts val="0"/>
              </a:spcAft>
              <a:buClr>
                <a:schemeClr val="dk2"/>
              </a:buClr>
              <a:buSzPts val="1400"/>
              <a:buFont typeface="Inter"/>
              <a:buNone/>
              <a:defRPr/>
            </a:lvl3pPr>
            <a:lvl4pPr lvl="3" algn="r">
              <a:spcBef>
                <a:spcPts val="0"/>
              </a:spcBef>
              <a:spcAft>
                <a:spcPts val="0"/>
              </a:spcAft>
              <a:buClr>
                <a:schemeClr val="dk2"/>
              </a:buClr>
              <a:buSzPts val="1400"/>
              <a:buFont typeface="Inter"/>
              <a:buNone/>
              <a:defRPr/>
            </a:lvl4pPr>
            <a:lvl5pPr lvl="4" algn="r">
              <a:spcBef>
                <a:spcPts val="0"/>
              </a:spcBef>
              <a:spcAft>
                <a:spcPts val="0"/>
              </a:spcAft>
              <a:buClr>
                <a:schemeClr val="dk2"/>
              </a:buClr>
              <a:buSzPts val="1400"/>
              <a:buFont typeface="Inter"/>
              <a:buNone/>
              <a:defRPr/>
            </a:lvl5pPr>
            <a:lvl6pPr lvl="5" algn="r">
              <a:spcBef>
                <a:spcPts val="0"/>
              </a:spcBef>
              <a:spcAft>
                <a:spcPts val="0"/>
              </a:spcAft>
              <a:buClr>
                <a:schemeClr val="dk2"/>
              </a:buClr>
              <a:buSzPts val="1400"/>
              <a:buFont typeface="Inter"/>
              <a:buNone/>
              <a:defRPr/>
            </a:lvl6pPr>
            <a:lvl7pPr lvl="6" algn="r">
              <a:spcBef>
                <a:spcPts val="0"/>
              </a:spcBef>
              <a:spcAft>
                <a:spcPts val="0"/>
              </a:spcAft>
              <a:buClr>
                <a:schemeClr val="dk2"/>
              </a:buClr>
              <a:buSzPts val="1400"/>
              <a:buFont typeface="Inter"/>
              <a:buNone/>
              <a:defRPr/>
            </a:lvl7pPr>
            <a:lvl8pPr lvl="7" algn="r">
              <a:spcBef>
                <a:spcPts val="0"/>
              </a:spcBef>
              <a:spcAft>
                <a:spcPts val="0"/>
              </a:spcAft>
              <a:buClr>
                <a:schemeClr val="dk2"/>
              </a:buClr>
              <a:buSzPts val="1400"/>
              <a:buFont typeface="Inter"/>
              <a:buNone/>
              <a:defRPr/>
            </a:lvl8pPr>
            <a:lvl9pPr lvl="8" algn="r">
              <a:spcBef>
                <a:spcPts val="0"/>
              </a:spcBef>
              <a:spcAft>
                <a:spcPts val="0"/>
              </a:spcAft>
              <a:buClr>
                <a:schemeClr val="dk2"/>
              </a:buClr>
              <a:buSzPts val="1400"/>
              <a:buFont typeface="Inter"/>
              <a:buNone/>
              <a:defRPr/>
            </a:lvl9pPr>
          </a:lstStyle>
          <a:p/>
        </p:txBody>
      </p:sp>
      <p:sp>
        <p:nvSpPr>
          <p:cNvPr id="341" name="Google Shape;341;p19"/>
          <p:cNvSpPr txBox="1"/>
          <p:nvPr>
            <p:ph idx="13"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600"/>
              <a:buFont typeface="Inter"/>
              <a:buNone/>
              <a:defRPr/>
            </a:lvl1pPr>
            <a:lvl2pPr lvl="1">
              <a:spcBef>
                <a:spcPts val="0"/>
              </a:spcBef>
              <a:spcAft>
                <a:spcPts val="0"/>
              </a:spcAft>
              <a:buClr>
                <a:schemeClr val="dk2"/>
              </a:buClr>
              <a:buSzPts val="1400"/>
              <a:buFont typeface="Inter"/>
              <a:buNone/>
              <a:defRPr/>
            </a:lvl2pPr>
            <a:lvl3pPr lvl="2">
              <a:spcBef>
                <a:spcPts val="0"/>
              </a:spcBef>
              <a:spcAft>
                <a:spcPts val="0"/>
              </a:spcAft>
              <a:buClr>
                <a:schemeClr val="dk2"/>
              </a:buClr>
              <a:buSzPts val="1400"/>
              <a:buFont typeface="Inter"/>
              <a:buNone/>
              <a:defRPr/>
            </a:lvl3pPr>
            <a:lvl4pPr lvl="3">
              <a:spcBef>
                <a:spcPts val="0"/>
              </a:spcBef>
              <a:spcAft>
                <a:spcPts val="0"/>
              </a:spcAft>
              <a:buClr>
                <a:schemeClr val="dk2"/>
              </a:buClr>
              <a:buSzPts val="1400"/>
              <a:buFont typeface="Inter"/>
              <a:buNone/>
              <a:defRPr/>
            </a:lvl4pPr>
            <a:lvl5pPr lvl="4">
              <a:spcBef>
                <a:spcPts val="0"/>
              </a:spcBef>
              <a:spcAft>
                <a:spcPts val="0"/>
              </a:spcAft>
              <a:buClr>
                <a:schemeClr val="dk2"/>
              </a:buClr>
              <a:buSzPts val="1400"/>
              <a:buFont typeface="Inter"/>
              <a:buNone/>
              <a:defRPr/>
            </a:lvl5pPr>
            <a:lvl6pPr lvl="5">
              <a:spcBef>
                <a:spcPts val="0"/>
              </a:spcBef>
              <a:spcAft>
                <a:spcPts val="0"/>
              </a:spcAft>
              <a:buClr>
                <a:schemeClr val="dk2"/>
              </a:buClr>
              <a:buSzPts val="1400"/>
              <a:buFont typeface="Inter"/>
              <a:buNone/>
              <a:defRPr/>
            </a:lvl6pPr>
            <a:lvl7pPr lvl="6">
              <a:spcBef>
                <a:spcPts val="0"/>
              </a:spcBef>
              <a:spcAft>
                <a:spcPts val="0"/>
              </a:spcAft>
              <a:buClr>
                <a:schemeClr val="dk2"/>
              </a:buClr>
              <a:buSzPts val="1400"/>
              <a:buFont typeface="Inter"/>
              <a:buNone/>
              <a:defRPr/>
            </a:lvl7pPr>
            <a:lvl8pPr lvl="7">
              <a:spcBef>
                <a:spcPts val="0"/>
              </a:spcBef>
              <a:spcAft>
                <a:spcPts val="0"/>
              </a:spcAft>
              <a:buClr>
                <a:schemeClr val="dk2"/>
              </a:buClr>
              <a:buSzPts val="1400"/>
              <a:buFont typeface="Inter"/>
              <a:buNone/>
              <a:defRPr/>
            </a:lvl8pPr>
            <a:lvl9pPr lvl="8">
              <a:spcBef>
                <a:spcPts val="0"/>
              </a:spcBef>
              <a:spcAft>
                <a:spcPts val="0"/>
              </a:spcAft>
              <a:buClr>
                <a:schemeClr val="dk2"/>
              </a:buClr>
              <a:buSzPts val="1400"/>
              <a:buFont typeface="Inter"/>
              <a:buNone/>
              <a:defRPr/>
            </a:lvl9pPr>
          </a:lstStyle>
          <a:p/>
        </p:txBody>
      </p:sp>
      <p:sp>
        <p:nvSpPr>
          <p:cNvPr id="342" name="Google Shape;342;p19"/>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343" name="Google Shape;343;p19"/>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charts layout">
  <p:cSld name="CUSTOM_7">
    <p:bg>
      <p:bgPr>
        <a:solidFill>
          <a:schemeClr val="lt2"/>
        </a:solidFill>
      </p:bgPr>
    </p:bg>
    <p:spTree>
      <p:nvGrpSpPr>
        <p:cNvPr id="344" name="Shape 344"/>
        <p:cNvGrpSpPr/>
        <p:nvPr/>
      </p:nvGrpSpPr>
      <p:grpSpPr>
        <a:xfrm>
          <a:off x="0" y="0"/>
          <a:ext cx="0" cy="0"/>
          <a:chOff x="0" y="0"/>
          <a:chExt cx="0" cy="0"/>
        </a:xfrm>
      </p:grpSpPr>
      <p:sp>
        <p:nvSpPr>
          <p:cNvPr id="345" name="Google Shape;345;p20"/>
          <p:cNvSpPr txBox="1"/>
          <p:nvPr>
            <p:ph type="title"/>
          </p:nvPr>
        </p:nvSpPr>
        <p:spPr>
          <a:xfrm>
            <a:off x="228600" y="457200"/>
            <a:ext cx="4296600" cy="374700"/>
          </a:xfrm>
          <a:prstGeom prst="rect">
            <a:avLst/>
          </a:prstGeom>
        </p:spPr>
        <p:txBody>
          <a:bodyPr anchorCtr="0" anchor="t" bIns="91425" lIns="91425" spcFirstLastPara="1" rIns="91425" wrap="square" tIns="91425">
            <a:noAutofit/>
          </a:bodyPr>
          <a:lstStyle>
            <a:lvl1pPr lvl="0">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1pPr>
            <a:lvl2pPr lvl="1">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2pPr>
            <a:lvl3pPr lvl="2">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3pPr>
            <a:lvl4pPr lvl="3">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4pPr>
            <a:lvl5pPr lvl="4">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5pPr>
            <a:lvl6pPr lvl="5">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6pPr>
            <a:lvl7pPr lvl="6">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7pPr>
            <a:lvl8pPr lvl="7">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8pPr>
            <a:lvl9pPr lvl="8">
              <a:lnSpc>
                <a:spcPct val="70000"/>
              </a:lnSpc>
              <a:spcBef>
                <a:spcPts val="0"/>
              </a:spcBef>
              <a:spcAft>
                <a:spcPts val="0"/>
              </a:spcAft>
              <a:buNone/>
              <a:defRPr b="0">
                <a:solidFill>
                  <a:schemeClr val="dk2"/>
                </a:solidFill>
                <a:latin typeface="Afacad Flux SemiBold"/>
                <a:ea typeface="Afacad Flux SemiBold"/>
                <a:cs typeface="Afacad Flux SemiBold"/>
                <a:sym typeface="Afacad Flux SemiBold"/>
              </a:defRPr>
            </a:lvl9pPr>
          </a:lstStyle>
          <a:p/>
        </p:txBody>
      </p:sp>
      <p:sp>
        <p:nvSpPr>
          <p:cNvPr id="346" name="Google Shape;346;p20"/>
          <p:cNvSpPr txBox="1"/>
          <p:nvPr>
            <p:ph idx="1"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2"/>
              </a:buClr>
              <a:buSzPts val="600"/>
              <a:buFont typeface="Inter"/>
              <a:buNone/>
              <a:defRPr/>
            </a:lvl1pPr>
            <a:lvl2pPr lvl="1" algn="r">
              <a:spcBef>
                <a:spcPts val="0"/>
              </a:spcBef>
              <a:spcAft>
                <a:spcPts val="0"/>
              </a:spcAft>
              <a:buClr>
                <a:schemeClr val="dk2"/>
              </a:buClr>
              <a:buSzPts val="1400"/>
              <a:buFont typeface="Inter"/>
              <a:buNone/>
              <a:defRPr/>
            </a:lvl2pPr>
            <a:lvl3pPr lvl="2" algn="r">
              <a:spcBef>
                <a:spcPts val="0"/>
              </a:spcBef>
              <a:spcAft>
                <a:spcPts val="0"/>
              </a:spcAft>
              <a:buClr>
                <a:schemeClr val="dk2"/>
              </a:buClr>
              <a:buSzPts val="1400"/>
              <a:buFont typeface="Inter"/>
              <a:buNone/>
              <a:defRPr/>
            </a:lvl3pPr>
            <a:lvl4pPr lvl="3" algn="r">
              <a:spcBef>
                <a:spcPts val="0"/>
              </a:spcBef>
              <a:spcAft>
                <a:spcPts val="0"/>
              </a:spcAft>
              <a:buClr>
                <a:schemeClr val="dk2"/>
              </a:buClr>
              <a:buSzPts val="1400"/>
              <a:buFont typeface="Inter"/>
              <a:buNone/>
              <a:defRPr/>
            </a:lvl4pPr>
            <a:lvl5pPr lvl="4" algn="r">
              <a:spcBef>
                <a:spcPts val="0"/>
              </a:spcBef>
              <a:spcAft>
                <a:spcPts val="0"/>
              </a:spcAft>
              <a:buClr>
                <a:schemeClr val="dk2"/>
              </a:buClr>
              <a:buSzPts val="1400"/>
              <a:buFont typeface="Inter"/>
              <a:buNone/>
              <a:defRPr/>
            </a:lvl5pPr>
            <a:lvl6pPr lvl="5" algn="r">
              <a:spcBef>
                <a:spcPts val="0"/>
              </a:spcBef>
              <a:spcAft>
                <a:spcPts val="0"/>
              </a:spcAft>
              <a:buClr>
                <a:schemeClr val="dk2"/>
              </a:buClr>
              <a:buSzPts val="1400"/>
              <a:buFont typeface="Inter"/>
              <a:buNone/>
              <a:defRPr/>
            </a:lvl6pPr>
            <a:lvl7pPr lvl="6" algn="r">
              <a:spcBef>
                <a:spcPts val="0"/>
              </a:spcBef>
              <a:spcAft>
                <a:spcPts val="0"/>
              </a:spcAft>
              <a:buClr>
                <a:schemeClr val="dk2"/>
              </a:buClr>
              <a:buSzPts val="1400"/>
              <a:buFont typeface="Inter"/>
              <a:buNone/>
              <a:defRPr/>
            </a:lvl7pPr>
            <a:lvl8pPr lvl="7" algn="r">
              <a:spcBef>
                <a:spcPts val="0"/>
              </a:spcBef>
              <a:spcAft>
                <a:spcPts val="0"/>
              </a:spcAft>
              <a:buClr>
                <a:schemeClr val="dk2"/>
              </a:buClr>
              <a:buSzPts val="1400"/>
              <a:buFont typeface="Inter"/>
              <a:buNone/>
              <a:defRPr/>
            </a:lvl8pPr>
            <a:lvl9pPr lvl="8" algn="r">
              <a:spcBef>
                <a:spcPts val="0"/>
              </a:spcBef>
              <a:spcAft>
                <a:spcPts val="0"/>
              </a:spcAft>
              <a:buClr>
                <a:schemeClr val="dk2"/>
              </a:buClr>
              <a:buSzPts val="1400"/>
              <a:buFont typeface="Inter"/>
              <a:buNone/>
              <a:defRPr/>
            </a:lvl9pPr>
          </a:lstStyle>
          <a:p/>
        </p:txBody>
      </p:sp>
      <p:sp>
        <p:nvSpPr>
          <p:cNvPr id="347" name="Google Shape;347;p20"/>
          <p:cNvSpPr txBox="1"/>
          <p:nvPr>
            <p:ph idx="2"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600"/>
              <a:buFont typeface="Inter"/>
              <a:buNone/>
              <a:defRPr/>
            </a:lvl1pPr>
            <a:lvl2pPr lvl="1">
              <a:spcBef>
                <a:spcPts val="0"/>
              </a:spcBef>
              <a:spcAft>
                <a:spcPts val="0"/>
              </a:spcAft>
              <a:buClr>
                <a:schemeClr val="dk2"/>
              </a:buClr>
              <a:buSzPts val="1400"/>
              <a:buFont typeface="Inter"/>
              <a:buNone/>
              <a:defRPr/>
            </a:lvl2pPr>
            <a:lvl3pPr lvl="2">
              <a:spcBef>
                <a:spcPts val="0"/>
              </a:spcBef>
              <a:spcAft>
                <a:spcPts val="0"/>
              </a:spcAft>
              <a:buClr>
                <a:schemeClr val="dk2"/>
              </a:buClr>
              <a:buSzPts val="1400"/>
              <a:buFont typeface="Inter"/>
              <a:buNone/>
              <a:defRPr/>
            </a:lvl3pPr>
            <a:lvl4pPr lvl="3">
              <a:spcBef>
                <a:spcPts val="0"/>
              </a:spcBef>
              <a:spcAft>
                <a:spcPts val="0"/>
              </a:spcAft>
              <a:buClr>
                <a:schemeClr val="dk2"/>
              </a:buClr>
              <a:buSzPts val="1400"/>
              <a:buFont typeface="Inter"/>
              <a:buNone/>
              <a:defRPr/>
            </a:lvl4pPr>
            <a:lvl5pPr lvl="4">
              <a:spcBef>
                <a:spcPts val="0"/>
              </a:spcBef>
              <a:spcAft>
                <a:spcPts val="0"/>
              </a:spcAft>
              <a:buClr>
                <a:schemeClr val="dk2"/>
              </a:buClr>
              <a:buSzPts val="1400"/>
              <a:buFont typeface="Inter"/>
              <a:buNone/>
              <a:defRPr/>
            </a:lvl5pPr>
            <a:lvl6pPr lvl="5">
              <a:spcBef>
                <a:spcPts val="0"/>
              </a:spcBef>
              <a:spcAft>
                <a:spcPts val="0"/>
              </a:spcAft>
              <a:buClr>
                <a:schemeClr val="dk2"/>
              </a:buClr>
              <a:buSzPts val="1400"/>
              <a:buFont typeface="Inter"/>
              <a:buNone/>
              <a:defRPr/>
            </a:lvl6pPr>
            <a:lvl7pPr lvl="6">
              <a:spcBef>
                <a:spcPts val="0"/>
              </a:spcBef>
              <a:spcAft>
                <a:spcPts val="0"/>
              </a:spcAft>
              <a:buClr>
                <a:schemeClr val="dk2"/>
              </a:buClr>
              <a:buSzPts val="1400"/>
              <a:buFont typeface="Inter"/>
              <a:buNone/>
              <a:defRPr/>
            </a:lvl7pPr>
            <a:lvl8pPr lvl="7">
              <a:spcBef>
                <a:spcPts val="0"/>
              </a:spcBef>
              <a:spcAft>
                <a:spcPts val="0"/>
              </a:spcAft>
              <a:buClr>
                <a:schemeClr val="dk2"/>
              </a:buClr>
              <a:buSzPts val="1400"/>
              <a:buFont typeface="Inter"/>
              <a:buNone/>
              <a:defRPr/>
            </a:lvl8pPr>
            <a:lvl9pPr lvl="8">
              <a:spcBef>
                <a:spcPts val="0"/>
              </a:spcBef>
              <a:spcAft>
                <a:spcPts val="0"/>
              </a:spcAft>
              <a:buClr>
                <a:schemeClr val="dk2"/>
              </a:buClr>
              <a:buSzPts val="1400"/>
              <a:buFont typeface="Inter"/>
              <a:buNone/>
              <a:defRPr/>
            </a:lvl9pPr>
          </a:lstStyle>
          <a:p/>
        </p:txBody>
      </p:sp>
      <p:sp>
        <p:nvSpPr>
          <p:cNvPr id="348" name="Google Shape;348;p20"/>
          <p:cNvSpPr txBox="1"/>
          <p:nvPr>
            <p:ph idx="3" type="body"/>
          </p:nvPr>
        </p:nvSpPr>
        <p:spPr>
          <a:xfrm>
            <a:off x="246150" y="1070200"/>
            <a:ext cx="2177700" cy="1869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349" name="Google Shape;349;p20"/>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350" name="Google Shape;350;p20"/>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ation chart">
  <p:cSld name="CUSTOM_8">
    <p:spTree>
      <p:nvGrpSpPr>
        <p:cNvPr id="351" name="Shape 351"/>
        <p:cNvGrpSpPr/>
        <p:nvPr/>
      </p:nvGrpSpPr>
      <p:grpSpPr>
        <a:xfrm>
          <a:off x="0" y="0"/>
          <a:ext cx="0" cy="0"/>
          <a:chOff x="0" y="0"/>
          <a:chExt cx="0" cy="0"/>
        </a:xfrm>
      </p:grpSpPr>
      <p:sp>
        <p:nvSpPr>
          <p:cNvPr id="352" name="Google Shape;352;p21"/>
          <p:cNvSpPr txBox="1"/>
          <p:nvPr>
            <p:ph type="title"/>
          </p:nvPr>
        </p:nvSpPr>
        <p:spPr>
          <a:xfrm>
            <a:off x="228600" y="457200"/>
            <a:ext cx="6482400" cy="6705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3200"/>
              <a:buFont typeface="Afacad Flux"/>
              <a:buNone/>
              <a:defRPr>
                <a:solidFill>
                  <a:schemeClr val="dk2"/>
                </a:solidFill>
              </a:defRPr>
            </a:lvl1pPr>
            <a:lvl2pPr lvl="1">
              <a:spcBef>
                <a:spcPts val="0"/>
              </a:spcBef>
              <a:spcAft>
                <a:spcPts val="0"/>
              </a:spcAft>
              <a:buClr>
                <a:schemeClr val="dk2"/>
              </a:buClr>
              <a:buSzPts val="3200"/>
              <a:buFont typeface="Afacad Flux"/>
              <a:buNone/>
              <a:defRPr>
                <a:solidFill>
                  <a:schemeClr val="dk2"/>
                </a:solidFill>
                <a:latin typeface="Afacad Flux"/>
                <a:ea typeface="Afacad Flux"/>
                <a:cs typeface="Afacad Flux"/>
                <a:sym typeface="Afacad Flux"/>
              </a:defRPr>
            </a:lvl2pPr>
            <a:lvl3pPr lvl="2">
              <a:spcBef>
                <a:spcPts val="0"/>
              </a:spcBef>
              <a:spcAft>
                <a:spcPts val="0"/>
              </a:spcAft>
              <a:buClr>
                <a:schemeClr val="dk2"/>
              </a:buClr>
              <a:buSzPts val="3200"/>
              <a:buFont typeface="Afacad Flux"/>
              <a:buNone/>
              <a:defRPr>
                <a:solidFill>
                  <a:schemeClr val="dk2"/>
                </a:solidFill>
                <a:latin typeface="Afacad Flux"/>
                <a:ea typeface="Afacad Flux"/>
                <a:cs typeface="Afacad Flux"/>
                <a:sym typeface="Afacad Flux"/>
              </a:defRPr>
            </a:lvl3pPr>
            <a:lvl4pPr lvl="3">
              <a:spcBef>
                <a:spcPts val="0"/>
              </a:spcBef>
              <a:spcAft>
                <a:spcPts val="0"/>
              </a:spcAft>
              <a:buClr>
                <a:schemeClr val="dk2"/>
              </a:buClr>
              <a:buSzPts val="3200"/>
              <a:buFont typeface="Afacad Flux"/>
              <a:buNone/>
              <a:defRPr>
                <a:solidFill>
                  <a:schemeClr val="dk2"/>
                </a:solidFill>
                <a:latin typeface="Afacad Flux"/>
                <a:ea typeface="Afacad Flux"/>
                <a:cs typeface="Afacad Flux"/>
                <a:sym typeface="Afacad Flux"/>
              </a:defRPr>
            </a:lvl4pPr>
            <a:lvl5pPr lvl="4">
              <a:spcBef>
                <a:spcPts val="0"/>
              </a:spcBef>
              <a:spcAft>
                <a:spcPts val="0"/>
              </a:spcAft>
              <a:buClr>
                <a:schemeClr val="dk2"/>
              </a:buClr>
              <a:buSzPts val="3200"/>
              <a:buFont typeface="Afacad Flux"/>
              <a:buNone/>
              <a:defRPr>
                <a:solidFill>
                  <a:schemeClr val="dk2"/>
                </a:solidFill>
                <a:latin typeface="Afacad Flux"/>
                <a:ea typeface="Afacad Flux"/>
                <a:cs typeface="Afacad Flux"/>
                <a:sym typeface="Afacad Flux"/>
              </a:defRPr>
            </a:lvl5pPr>
            <a:lvl6pPr lvl="5">
              <a:spcBef>
                <a:spcPts val="0"/>
              </a:spcBef>
              <a:spcAft>
                <a:spcPts val="0"/>
              </a:spcAft>
              <a:buClr>
                <a:schemeClr val="dk2"/>
              </a:buClr>
              <a:buSzPts val="3200"/>
              <a:buFont typeface="Afacad Flux"/>
              <a:buNone/>
              <a:defRPr>
                <a:solidFill>
                  <a:schemeClr val="dk2"/>
                </a:solidFill>
                <a:latin typeface="Afacad Flux"/>
                <a:ea typeface="Afacad Flux"/>
                <a:cs typeface="Afacad Flux"/>
                <a:sym typeface="Afacad Flux"/>
              </a:defRPr>
            </a:lvl6pPr>
            <a:lvl7pPr lvl="6">
              <a:spcBef>
                <a:spcPts val="0"/>
              </a:spcBef>
              <a:spcAft>
                <a:spcPts val="0"/>
              </a:spcAft>
              <a:buClr>
                <a:schemeClr val="dk2"/>
              </a:buClr>
              <a:buSzPts val="3200"/>
              <a:buFont typeface="Afacad Flux"/>
              <a:buNone/>
              <a:defRPr>
                <a:solidFill>
                  <a:schemeClr val="dk2"/>
                </a:solidFill>
                <a:latin typeface="Afacad Flux"/>
                <a:ea typeface="Afacad Flux"/>
                <a:cs typeface="Afacad Flux"/>
                <a:sym typeface="Afacad Flux"/>
              </a:defRPr>
            </a:lvl7pPr>
            <a:lvl8pPr lvl="7">
              <a:spcBef>
                <a:spcPts val="0"/>
              </a:spcBef>
              <a:spcAft>
                <a:spcPts val="0"/>
              </a:spcAft>
              <a:buClr>
                <a:schemeClr val="dk2"/>
              </a:buClr>
              <a:buSzPts val="3200"/>
              <a:buFont typeface="Afacad Flux"/>
              <a:buNone/>
              <a:defRPr>
                <a:solidFill>
                  <a:schemeClr val="dk2"/>
                </a:solidFill>
                <a:latin typeface="Afacad Flux"/>
                <a:ea typeface="Afacad Flux"/>
                <a:cs typeface="Afacad Flux"/>
                <a:sym typeface="Afacad Flux"/>
              </a:defRPr>
            </a:lvl8pPr>
            <a:lvl9pPr lvl="8">
              <a:spcBef>
                <a:spcPts val="0"/>
              </a:spcBef>
              <a:spcAft>
                <a:spcPts val="0"/>
              </a:spcAft>
              <a:buClr>
                <a:schemeClr val="dk2"/>
              </a:buClr>
              <a:buSzPts val="3200"/>
              <a:buFont typeface="Afacad Flux"/>
              <a:buNone/>
              <a:defRPr>
                <a:solidFill>
                  <a:schemeClr val="dk2"/>
                </a:solidFill>
                <a:latin typeface="Afacad Flux"/>
                <a:ea typeface="Afacad Flux"/>
                <a:cs typeface="Afacad Flux"/>
                <a:sym typeface="Afacad Flux"/>
              </a:defRPr>
            </a:lvl9pPr>
          </a:lstStyle>
          <a:p/>
        </p:txBody>
      </p:sp>
      <p:sp>
        <p:nvSpPr>
          <p:cNvPr id="353" name="Google Shape;353;p21"/>
          <p:cNvSpPr/>
          <p:nvPr>
            <p:ph idx="2" type="pic"/>
          </p:nvPr>
        </p:nvSpPr>
        <p:spPr>
          <a:xfrm>
            <a:off x="313850" y="1801500"/>
            <a:ext cx="492300" cy="492300"/>
          </a:xfrm>
          <a:prstGeom prst="ellipse">
            <a:avLst/>
          </a:prstGeom>
          <a:noFill/>
          <a:ln cap="flat" cmpd="sng" w="9525">
            <a:solidFill>
              <a:schemeClr val="accent1"/>
            </a:solidFill>
            <a:prstDash val="solid"/>
            <a:round/>
            <a:headEnd len="sm" w="sm" type="none"/>
            <a:tailEnd len="sm" w="sm" type="none"/>
          </a:ln>
        </p:spPr>
      </p:sp>
      <p:sp>
        <p:nvSpPr>
          <p:cNvPr id="354" name="Google Shape;354;p21"/>
          <p:cNvSpPr/>
          <p:nvPr>
            <p:ph idx="3" type="pic"/>
          </p:nvPr>
        </p:nvSpPr>
        <p:spPr>
          <a:xfrm>
            <a:off x="313850" y="2674588"/>
            <a:ext cx="492300" cy="492300"/>
          </a:xfrm>
          <a:prstGeom prst="ellipse">
            <a:avLst/>
          </a:prstGeom>
          <a:noFill/>
          <a:ln cap="flat" cmpd="sng" w="9525">
            <a:solidFill>
              <a:schemeClr val="accent1"/>
            </a:solidFill>
            <a:prstDash val="solid"/>
            <a:round/>
            <a:headEnd len="sm" w="sm" type="none"/>
            <a:tailEnd len="sm" w="sm" type="none"/>
          </a:ln>
        </p:spPr>
      </p:sp>
      <p:sp>
        <p:nvSpPr>
          <p:cNvPr id="355" name="Google Shape;355;p21"/>
          <p:cNvSpPr/>
          <p:nvPr>
            <p:ph idx="4" type="pic"/>
          </p:nvPr>
        </p:nvSpPr>
        <p:spPr>
          <a:xfrm>
            <a:off x="313850" y="3412363"/>
            <a:ext cx="492300" cy="492300"/>
          </a:xfrm>
          <a:prstGeom prst="ellipse">
            <a:avLst/>
          </a:prstGeom>
          <a:noFill/>
          <a:ln cap="flat" cmpd="sng" w="9525">
            <a:solidFill>
              <a:schemeClr val="accent1"/>
            </a:solidFill>
            <a:prstDash val="solid"/>
            <a:round/>
            <a:headEnd len="sm" w="sm" type="none"/>
            <a:tailEnd len="sm" w="sm" type="none"/>
          </a:ln>
        </p:spPr>
      </p:sp>
      <p:sp>
        <p:nvSpPr>
          <p:cNvPr id="356" name="Google Shape;356;p21"/>
          <p:cNvSpPr/>
          <p:nvPr>
            <p:ph idx="5" type="pic"/>
          </p:nvPr>
        </p:nvSpPr>
        <p:spPr>
          <a:xfrm>
            <a:off x="2499900" y="3412363"/>
            <a:ext cx="492300" cy="492300"/>
          </a:xfrm>
          <a:prstGeom prst="ellipse">
            <a:avLst/>
          </a:prstGeom>
          <a:noFill/>
          <a:ln cap="flat" cmpd="sng" w="9525">
            <a:solidFill>
              <a:schemeClr val="accent1"/>
            </a:solidFill>
            <a:prstDash val="solid"/>
            <a:round/>
            <a:headEnd len="sm" w="sm" type="none"/>
            <a:tailEnd len="sm" w="sm" type="none"/>
          </a:ln>
        </p:spPr>
      </p:sp>
      <p:sp>
        <p:nvSpPr>
          <p:cNvPr id="357" name="Google Shape;357;p21"/>
          <p:cNvSpPr/>
          <p:nvPr>
            <p:ph idx="6" type="pic"/>
          </p:nvPr>
        </p:nvSpPr>
        <p:spPr>
          <a:xfrm>
            <a:off x="2499900" y="2674588"/>
            <a:ext cx="492300" cy="492300"/>
          </a:xfrm>
          <a:prstGeom prst="ellipse">
            <a:avLst/>
          </a:prstGeom>
          <a:noFill/>
          <a:ln cap="flat" cmpd="sng" w="9525">
            <a:solidFill>
              <a:schemeClr val="accent1"/>
            </a:solidFill>
            <a:prstDash val="solid"/>
            <a:round/>
            <a:headEnd len="sm" w="sm" type="none"/>
            <a:tailEnd len="sm" w="sm" type="none"/>
          </a:ln>
        </p:spPr>
      </p:sp>
      <p:sp>
        <p:nvSpPr>
          <p:cNvPr id="358" name="Google Shape;358;p21"/>
          <p:cNvSpPr/>
          <p:nvPr>
            <p:ph idx="7" type="pic"/>
          </p:nvPr>
        </p:nvSpPr>
        <p:spPr>
          <a:xfrm>
            <a:off x="4685950" y="2674588"/>
            <a:ext cx="492300" cy="492300"/>
          </a:xfrm>
          <a:prstGeom prst="ellipse">
            <a:avLst/>
          </a:prstGeom>
          <a:noFill/>
          <a:ln cap="flat" cmpd="sng" w="9525">
            <a:solidFill>
              <a:schemeClr val="accent1"/>
            </a:solidFill>
            <a:prstDash val="solid"/>
            <a:round/>
            <a:headEnd len="sm" w="sm" type="none"/>
            <a:tailEnd len="sm" w="sm" type="none"/>
          </a:ln>
        </p:spPr>
      </p:sp>
      <p:sp>
        <p:nvSpPr>
          <p:cNvPr id="359" name="Google Shape;359;p21"/>
          <p:cNvSpPr/>
          <p:nvPr>
            <p:ph idx="8" type="pic"/>
          </p:nvPr>
        </p:nvSpPr>
        <p:spPr>
          <a:xfrm>
            <a:off x="4685950" y="3412363"/>
            <a:ext cx="492300" cy="492300"/>
          </a:xfrm>
          <a:prstGeom prst="ellipse">
            <a:avLst/>
          </a:prstGeom>
          <a:noFill/>
          <a:ln cap="flat" cmpd="sng" w="9525">
            <a:solidFill>
              <a:schemeClr val="accent1"/>
            </a:solidFill>
            <a:prstDash val="solid"/>
            <a:round/>
            <a:headEnd len="sm" w="sm" type="none"/>
            <a:tailEnd len="sm" w="sm" type="none"/>
          </a:ln>
        </p:spPr>
      </p:sp>
      <p:sp>
        <p:nvSpPr>
          <p:cNvPr id="360" name="Google Shape;360;p21"/>
          <p:cNvSpPr/>
          <p:nvPr>
            <p:ph idx="9" type="pic"/>
          </p:nvPr>
        </p:nvSpPr>
        <p:spPr>
          <a:xfrm>
            <a:off x="4685950" y="4150138"/>
            <a:ext cx="492300" cy="492300"/>
          </a:xfrm>
          <a:prstGeom prst="ellipse">
            <a:avLst/>
          </a:prstGeom>
          <a:noFill/>
          <a:ln cap="flat" cmpd="sng" w="9525">
            <a:solidFill>
              <a:schemeClr val="accent1"/>
            </a:solidFill>
            <a:prstDash val="solid"/>
            <a:round/>
            <a:headEnd len="sm" w="sm" type="none"/>
            <a:tailEnd len="sm" w="sm" type="none"/>
          </a:ln>
        </p:spPr>
      </p:sp>
      <p:sp>
        <p:nvSpPr>
          <p:cNvPr id="361" name="Google Shape;361;p21"/>
          <p:cNvSpPr/>
          <p:nvPr>
            <p:ph idx="13" type="pic"/>
          </p:nvPr>
        </p:nvSpPr>
        <p:spPr>
          <a:xfrm>
            <a:off x="6890100" y="2674588"/>
            <a:ext cx="492300" cy="492300"/>
          </a:xfrm>
          <a:prstGeom prst="ellipse">
            <a:avLst/>
          </a:prstGeom>
          <a:noFill/>
          <a:ln cap="flat" cmpd="sng" w="9525">
            <a:solidFill>
              <a:schemeClr val="accent1"/>
            </a:solidFill>
            <a:prstDash val="solid"/>
            <a:round/>
            <a:headEnd len="sm" w="sm" type="none"/>
            <a:tailEnd len="sm" w="sm" type="none"/>
          </a:ln>
        </p:spPr>
      </p:sp>
      <p:sp>
        <p:nvSpPr>
          <p:cNvPr id="362" name="Google Shape;362;p21"/>
          <p:cNvSpPr txBox="1"/>
          <p:nvPr>
            <p:ph idx="1" type="subTitle"/>
          </p:nvPr>
        </p:nvSpPr>
        <p:spPr>
          <a:xfrm>
            <a:off x="911100" y="18406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63" name="Google Shape;363;p21"/>
          <p:cNvSpPr txBox="1"/>
          <p:nvPr>
            <p:ph idx="14" type="subTitle"/>
          </p:nvPr>
        </p:nvSpPr>
        <p:spPr>
          <a:xfrm>
            <a:off x="911100" y="2047650"/>
            <a:ext cx="1259100" cy="207000"/>
          </a:xfrm>
          <a:prstGeom prst="rect">
            <a:avLst/>
          </a:prstGeom>
        </p:spPr>
        <p:txBody>
          <a:bodyPr anchorCtr="0" anchor="t" bIns="0" lIns="0" spcFirstLastPara="1" rIns="0" wrap="square" tIns="0">
            <a:noAutofit/>
          </a:bodyPr>
          <a:lstStyle>
            <a:lvl1pPr lvl="0" algn="l">
              <a:spcBef>
                <a:spcPts val="0"/>
              </a:spcBef>
              <a:spcAft>
                <a:spcPts val="0"/>
              </a:spcAft>
              <a:buClr>
                <a:schemeClr val="lt1"/>
              </a:buClr>
              <a:buSzPts val="800"/>
              <a:buNone/>
              <a:defRPr sz="800">
                <a:solidFill>
                  <a:schemeClr val="lt1"/>
                </a:solidFill>
              </a:defRPr>
            </a:lvl1pPr>
            <a:lvl2pPr lvl="1" algn="l">
              <a:spcBef>
                <a:spcPts val="0"/>
              </a:spcBef>
              <a:spcAft>
                <a:spcPts val="0"/>
              </a:spcAft>
              <a:buClr>
                <a:schemeClr val="lt1"/>
              </a:buClr>
              <a:buSzPts val="800"/>
              <a:buNone/>
              <a:defRPr sz="800">
                <a:solidFill>
                  <a:schemeClr val="lt1"/>
                </a:solidFill>
              </a:defRPr>
            </a:lvl2pPr>
            <a:lvl3pPr lvl="2" algn="l">
              <a:spcBef>
                <a:spcPts val="0"/>
              </a:spcBef>
              <a:spcAft>
                <a:spcPts val="0"/>
              </a:spcAft>
              <a:buClr>
                <a:schemeClr val="lt1"/>
              </a:buClr>
              <a:buSzPts val="800"/>
              <a:buNone/>
              <a:defRPr sz="800">
                <a:solidFill>
                  <a:schemeClr val="lt1"/>
                </a:solidFill>
              </a:defRPr>
            </a:lvl3pPr>
            <a:lvl4pPr lvl="3" algn="l">
              <a:spcBef>
                <a:spcPts val="0"/>
              </a:spcBef>
              <a:spcAft>
                <a:spcPts val="0"/>
              </a:spcAft>
              <a:buClr>
                <a:schemeClr val="lt1"/>
              </a:buClr>
              <a:buSzPts val="800"/>
              <a:buNone/>
              <a:defRPr sz="800">
                <a:solidFill>
                  <a:schemeClr val="lt1"/>
                </a:solidFill>
              </a:defRPr>
            </a:lvl4pPr>
            <a:lvl5pPr lvl="4" algn="l">
              <a:spcBef>
                <a:spcPts val="0"/>
              </a:spcBef>
              <a:spcAft>
                <a:spcPts val="0"/>
              </a:spcAft>
              <a:buClr>
                <a:schemeClr val="lt1"/>
              </a:buClr>
              <a:buSzPts val="800"/>
              <a:buNone/>
              <a:defRPr sz="800">
                <a:solidFill>
                  <a:schemeClr val="lt1"/>
                </a:solidFill>
              </a:defRPr>
            </a:lvl5pPr>
            <a:lvl6pPr lvl="5" algn="l">
              <a:spcBef>
                <a:spcPts val="0"/>
              </a:spcBef>
              <a:spcAft>
                <a:spcPts val="0"/>
              </a:spcAft>
              <a:buClr>
                <a:schemeClr val="lt1"/>
              </a:buClr>
              <a:buSzPts val="800"/>
              <a:buNone/>
              <a:defRPr sz="800">
                <a:solidFill>
                  <a:schemeClr val="lt1"/>
                </a:solidFill>
              </a:defRPr>
            </a:lvl6pPr>
            <a:lvl7pPr lvl="6" algn="l">
              <a:spcBef>
                <a:spcPts val="0"/>
              </a:spcBef>
              <a:spcAft>
                <a:spcPts val="0"/>
              </a:spcAft>
              <a:buClr>
                <a:schemeClr val="lt1"/>
              </a:buClr>
              <a:buSzPts val="800"/>
              <a:buNone/>
              <a:defRPr sz="800">
                <a:solidFill>
                  <a:schemeClr val="lt1"/>
                </a:solidFill>
              </a:defRPr>
            </a:lvl7pPr>
            <a:lvl8pPr lvl="7" algn="l">
              <a:spcBef>
                <a:spcPts val="0"/>
              </a:spcBef>
              <a:spcAft>
                <a:spcPts val="0"/>
              </a:spcAft>
              <a:buClr>
                <a:schemeClr val="lt1"/>
              </a:buClr>
              <a:buSzPts val="800"/>
              <a:buNone/>
              <a:defRPr sz="800">
                <a:solidFill>
                  <a:schemeClr val="lt1"/>
                </a:solidFill>
              </a:defRPr>
            </a:lvl8pPr>
            <a:lvl9pPr lvl="8" algn="l">
              <a:spcBef>
                <a:spcPts val="0"/>
              </a:spcBef>
              <a:spcAft>
                <a:spcPts val="0"/>
              </a:spcAft>
              <a:buClr>
                <a:schemeClr val="lt1"/>
              </a:buClr>
              <a:buSzPts val="800"/>
              <a:buNone/>
              <a:defRPr sz="800">
                <a:solidFill>
                  <a:schemeClr val="lt1"/>
                </a:solidFill>
              </a:defRPr>
            </a:lvl9pPr>
          </a:lstStyle>
          <a:p/>
        </p:txBody>
      </p:sp>
      <p:sp>
        <p:nvSpPr>
          <p:cNvPr id="364" name="Google Shape;364;p21"/>
          <p:cNvSpPr txBox="1"/>
          <p:nvPr>
            <p:ph idx="15" type="subTitle"/>
          </p:nvPr>
        </p:nvSpPr>
        <p:spPr>
          <a:xfrm>
            <a:off x="911100" y="27137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65" name="Google Shape;365;p21"/>
          <p:cNvSpPr txBox="1"/>
          <p:nvPr>
            <p:ph idx="16" type="subTitle"/>
          </p:nvPr>
        </p:nvSpPr>
        <p:spPr>
          <a:xfrm>
            <a:off x="911100" y="29207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800"/>
              <a:buNone/>
              <a:defRPr sz="800">
                <a:solidFill>
                  <a:schemeClr val="lt1"/>
                </a:solidFill>
              </a:defRPr>
            </a:lvl2pPr>
            <a:lvl3pPr lvl="2">
              <a:spcBef>
                <a:spcPts val="0"/>
              </a:spcBef>
              <a:spcAft>
                <a:spcPts val="0"/>
              </a:spcAft>
              <a:buClr>
                <a:schemeClr val="lt1"/>
              </a:buClr>
              <a:buSzPts val="800"/>
              <a:buNone/>
              <a:defRPr sz="800">
                <a:solidFill>
                  <a:schemeClr val="lt1"/>
                </a:solidFill>
              </a:defRPr>
            </a:lvl3pPr>
            <a:lvl4pPr lvl="3">
              <a:spcBef>
                <a:spcPts val="0"/>
              </a:spcBef>
              <a:spcAft>
                <a:spcPts val="0"/>
              </a:spcAft>
              <a:buClr>
                <a:schemeClr val="lt1"/>
              </a:buClr>
              <a:buSzPts val="800"/>
              <a:buNone/>
              <a:defRPr sz="800">
                <a:solidFill>
                  <a:schemeClr val="lt1"/>
                </a:solidFill>
              </a:defRPr>
            </a:lvl4pPr>
            <a:lvl5pPr lvl="4">
              <a:spcBef>
                <a:spcPts val="0"/>
              </a:spcBef>
              <a:spcAft>
                <a:spcPts val="0"/>
              </a:spcAft>
              <a:buClr>
                <a:schemeClr val="lt1"/>
              </a:buClr>
              <a:buSzPts val="800"/>
              <a:buNone/>
              <a:defRPr sz="800">
                <a:solidFill>
                  <a:schemeClr val="lt1"/>
                </a:solidFill>
              </a:defRPr>
            </a:lvl5pPr>
            <a:lvl6pPr lvl="5">
              <a:spcBef>
                <a:spcPts val="0"/>
              </a:spcBef>
              <a:spcAft>
                <a:spcPts val="0"/>
              </a:spcAft>
              <a:buClr>
                <a:schemeClr val="lt1"/>
              </a:buClr>
              <a:buSzPts val="800"/>
              <a:buNone/>
              <a:defRPr sz="800">
                <a:solidFill>
                  <a:schemeClr val="lt1"/>
                </a:solidFill>
              </a:defRPr>
            </a:lvl6pPr>
            <a:lvl7pPr lvl="6">
              <a:spcBef>
                <a:spcPts val="0"/>
              </a:spcBef>
              <a:spcAft>
                <a:spcPts val="0"/>
              </a:spcAft>
              <a:buClr>
                <a:schemeClr val="lt1"/>
              </a:buClr>
              <a:buSzPts val="800"/>
              <a:buNone/>
              <a:defRPr sz="800">
                <a:solidFill>
                  <a:schemeClr val="lt1"/>
                </a:solidFill>
              </a:defRPr>
            </a:lvl7pPr>
            <a:lvl8pPr lvl="7">
              <a:spcBef>
                <a:spcPts val="0"/>
              </a:spcBef>
              <a:spcAft>
                <a:spcPts val="0"/>
              </a:spcAft>
              <a:buClr>
                <a:schemeClr val="lt1"/>
              </a:buClr>
              <a:buSzPts val="800"/>
              <a:buNone/>
              <a:defRPr sz="800">
                <a:solidFill>
                  <a:schemeClr val="lt1"/>
                </a:solidFill>
              </a:defRPr>
            </a:lvl8pPr>
            <a:lvl9pPr lvl="8">
              <a:spcBef>
                <a:spcPts val="0"/>
              </a:spcBef>
              <a:spcAft>
                <a:spcPts val="0"/>
              </a:spcAft>
              <a:buClr>
                <a:schemeClr val="lt1"/>
              </a:buClr>
              <a:buSzPts val="800"/>
              <a:buNone/>
              <a:defRPr sz="800">
                <a:solidFill>
                  <a:schemeClr val="lt1"/>
                </a:solidFill>
              </a:defRPr>
            </a:lvl9pPr>
          </a:lstStyle>
          <a:p/>
        </p:txBody>
      </p:sp>
      <p:sp>
        <p:nvSpPr>
          <p:cNvPr id="366" name="Google Shape;366;p21"/>
          <p:cNvSpPr txBox="1"/>
          <p:nvPr>
            <p:ph idx="17" type="subTitle"/>
          </p:nvPr>
        </p:nvSpPr>
        <p:spPr>
          <a:xfrm>
            <a:off x="911100" y="3451525"/>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67" name="Google Shape;367;p21"/>
          <p:cNvSpPr txBox="1"/>
          <p:nvPr>
            <p:ph idx="18" type="subTitle"/>
          </p:nvPr>
        </p:nvSpPr>
        <p:spPr>
          <a:xfrm>
            <a:off x="911100" y="3658525"/>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800"/>
              <a:buNone/>
              <a:defRPr sz="800">
                <a:solidFill>
                  <a:schemeClr val="lt1"/>
                </a:solidFill>
              </a:defRPr>
            </a:lvl2pPr>
            <a:lvl3pPr lvl="2">
              <a:spcBef>
                <a:spcPts val="0"/>
              </a:spcBef>
              <a:spcAft>
                <a:spcPts val="0"/>
              </a:spcAft>
              <a:buClr>
                <a:schemeClr val="lt1"/>
              </a:buClr>
              <a:buSzPts val="800"/>
              <a:buNone/>
              <a:defRPr sz="800">
                <a:solidFill>
                  <a:schemeClr val="lt1"/>
                </a:solidFill>
              </a:defRPr>
            </a:lvl3pPr>
            <a:lvl4pPr lvl="3">
              <a:spcBef>
                <a:spcPts val="0"/>
              </a:spcBef>
              <a:spcAft>
                <a:spcPts val="0"/>
              </a:spcAft>
              <a:buClr>
                <a:schemeClr val="lt1"/>
              </a:buClr>
              <a:buSzPts val="800"/>
              <a:buNone/>
              <a:defRPr sz="800">
                <a:solidFill>
                  <a:schemeClr val="lt1"/>
                </a:solidFill>
              </a:defRPr>
            </a:lvl4pPr>
            <a:lvl5pPr lvl="4">
              <a:spcBef>
                <a:spcPts val="0"/>
              </a:spcBef>
              <a:spcAft>
                <a:spcPts val="0"/>
              </a:spcAft>
              <a:buClr>
                <a:schemeClr val="lt1"/>
              </a:buClr>
              <a:buSzPts val="800"/>
              <a:buNone/>
              <a:defRPr sz="800">
                <a:solidFill>
                  <a:schemeClr val="lt1"/>
                </a:solidFill>
              </a:defRPr>
            </a:lvl5pPr>
            <a:lvl6pPr lvl="5">
              <a:spcBef>
                <a:spcPts val="0"/>
              </a:spcBef>
              <a:spcAft>
                <a:spcPts val="0"/>
              </a:spcAft>
              <a:buClr>
                <a:schemeClr val="lt1"/>
              </a:buClr>
              <a:buSzPts val="800"/>
              <a:buNone/>
              <a:defRPr sz="800">
                <a:solidFill>
                  <a:schemeClr val="lt1"/>
                </a:solidFill>
              </a:defRPr>
            </a:lvl6pPr>
            <a:lvl7pPr lvl="6">
              <a:spcBef>
                <a:spcPts val="0"/>
              </a:spcBef>
              <a:spcAft>
                <a:spcPts val="0"/>
              </a:spcAft>
              <a:buClr>
                <a:schemeClr val="lt1"/>
              </a:buClr>
              <a:buSzPts val="800"/>
              <a:buNone/>
              <a:defRPr sz="800">
                <a:solidFill>
                  <a:schemeClr val="lt1"/>
                </a:solidFill>
              </a:defRPr>
            </a:lvl7pPr>
            <a:lvl8pPr lvl="7">
              <a:spcBef>
                <a:spcPts val="0"/>
              </a:spcBef>
              <a:spcAft>
                <a:spcPts val="0"/>
              </a:spcAft>
              <a:buClr>
                <a:schemeClr val="lt1"/>
              </a:buClr>
              <a:buSzPts val="800"/>
              <a:buNone/>
              <a:defRPr sz="800">
                <a:solidFill>
                  <a:schemeClr val="lt1"/>
                </a:solidFill>
              </a:defRPr>
            </a:lvl8pPr>
            <a:lvl9pPr lvl="8">
              <a:spcBef>
                <a:spcPts val="0"/>
              </a:spcBef>
              <a:spcAft>
                <a:spcPts val="0"/>
              </a:spcAft>
              <a:buClr>
                <a:schemeClr val="lt1"/>
              </a:buClr>
              <a:buSzPts val="800"/>
              <a:buNone/>
              <a:defRPr sz="800">
                <a:solidFill>
                  <a:schemeClr val="lt1"/>
                </a:solidFill>
              </a:defRPr>
            </a:lvl9pPr>
          </a:lstStyle>
          <a:p/>
        </p:txBody>
      </p:sp>
      <p:sp>
        <p:nvSpPr>
          <p:cNvPr id="368" name="Google Shape;368;p21"/>
          <p:cNvSpPr txBox="1"/>
          <p:nvPr>
            <p:ph idx="19" type="subTitle"/>
          </p:nvPr>
        </p:nvSpPr>
        <p:spPr>
          <a:xfrm>
            <a:off x="3063300" y="27137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69" name="Google Shape;369;p21"/>
          <p:cNvSpPr txBox="1"/>
          <p:nvPr>
            <p:ph idx="20" type="subTitle"/>
          </p:nvPr>
        </p:nvSpPr>
        <p:spPr>
          <a:xfrm>
            <a:off x="3063300" y="29207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800"/>
              <a:buNone/>
              <a:defRPr sz="800">
                <a:solidFill>
                  <a:schemeClr val="lt1"/>
                </a:solidFill>
              </a:defRPr>
            </a:lvl2pPr>
            <a:lvl3pPr lvl="2">
              <a:spcBef>
                <a:spcPts val="0"/>
              </a:spcBef>
              <a:spcAft>
                <a:spcPts val="0"/>
              </a:spcAft>
              <a:buClr>
                <a:schemeClr val="lt1"/>
              </a:buClr>
              <a:buSzPts val="800"/>
              <a:buNone/>
              <a:defRPr sz="800">
                <a:solidFill>
                  <a:schemeClr val="lt1"/>
                </a:solidFill>
              </a:defRPr>
            </a:lvl3pPr>
            <a:lvl4pPr lvl="3">
              <a:spcBef>
                <a:spcPts val="0"/>
              </a:spcBef>
              <a:spcAft>
                <a:spcPts val="0"/>
              </a:spcAft>
              <a:buClr>
                <a:schemeClr val="lt1"/>
              </a:buClr>
              <a:buSzPts val="800"/>
              <a:buNone/>
              <a:defRPr sz="800">
                <a:solidFill>
                  <a:schemeClr val="lt1"/>
                </a:solidFill>
              </a:defRPr>
            </a:lvl4pPr>
            <a:lvl5pPr lvl="4">
              <a:spcBef>
                <a:spcPts val="0"/>
              </a:spcBef>
              <a:spcAft>
                <a:spcPts val="0"/>
              </a:spcAft>
              <a:buClr>
                <a:schemeClr val="lt1"/>
              </a:buClr>
              <a:buSzPts val="800"/>
              <a:buNone/>
              <a:defRPr sz="800">
                <a:solidFill>
                  <a:schemeClr val="lt1"/>
                </a:solidFill>
              </a:defRPr>
            </a:lvl5pPr>
            <a:lvl6pPr lvl="5">
              <a:spcBef>
                <a:spcPts val="0"/>
              </a:spcBef>
              <a:spcAft>
                <a:spcPts val="0"/>
              </a:spcAft>
              <a:buClr>
                <a:schemeClr val="lt1"/>
              </a:buClr>
              <a:buSzPts val="800"/>
              <a:buNone/>
              <a:defRPr sz="800">
                <a:solidFill>
                  <a:schemeClr val="lt1"/>
                </a:solidFill>
              </a:defRPr>
            </a:lvl6pPr>
            <a:lvl7pPr lvl="6">
              <a:spcBef>
                <a:spcPts val="0"/>
              </a:spcBef>
              <a:spcAft>
                <a:spcPts val="0"/>
              </a:spcAft>
              <a:buClr>
                <a:schemeClr val="lt1"/>
              </a:buClr>
              <a:buSzPts val="800"/>
              <a:buNone/>
              <a:defRPr sz="800">
                <a:solidFill>
                  <a:schemeClr val="lt1"/>
                </a:solidFill>
              </a:defRPr>
            </a:lvl7pPr>
            <a:lvl8pPr lvl="7">
              <a:spcBef>
                <a:spcPts val="0"/>
              </a:spcBef>
              <a:spcAft>
                <a:spcPts val="0"/>
              </a:spcAft>
              <a:buClr>
                <a:schemeClr val="lt1"/>
              </a:buClr>
              <a:buSzPts val="800"/>
              <a:buNone/>
              <a:defRPr sz="800">
                <a:solidFill>
                  <a:schemeClr val="lt1"/>
                </a:solidFill>
              </a:defRPr>
            </a:lvl8pPr>
            <a:lvl9pPr lvl="8">
              <a:spcBef>
                <a:spcPts val="0"/>
              </a:spcBef>
              <a:spcAft>
                <a:spcPts val="0"/>
              </a:spcAft>
              <a:buClr>
                <a:schemeClr val="lt1"/>
              </a:buClr>
              <a:buSzPts val="800"/>
              <a:buNone/>
              <a:defRPr sz="800">
                <a:solidFill>
                  <a:schemeClr val="lt1"/>
                </a:solidFill>
              </a:defRPr>
            </a:lvl9pPr>
          </a:lstStyle>
          <a:p/>
        </p:txBody>
      </p:sp>
      <p:sp>
        <p:nvSpPr>
          <p:cNvPr id="370" name="Google Shape;370;p21"/>
          <p:cNvSpPr txBox="1"/>
          <p:nvPr>
            <p:ph idx="21" type="subTitle"/>
          </p:nvPr>
        </p:nvSpPr>
        <p:spPr>
          <a:xfrm>
            <a:off x="3063300" y="3451525"/>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1" name="Google Shape;371;p21"/>
          <p:cNvSpPr txBox="1"/>
          <p:nvPr>
            <p:ph idx="22" type="subTitle"/>
          </p:nvPr>
        </p:nvSpPr>
        <p:spPr>
          <a:xfrm>
            <a:off x="3063300" y="3658525"/>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800"/>
              <a:buNone/>
              <a:defRPr sz="800">
                <a:solidFill>
                  <a:schemeClr val="lt1"/>
                </a:solidFill>
              </a:defRPr>
            </a:lvl2pPr>
            <a:lvl3pPr lvl="2">
              <a:spcBef>
                <a:spcPts val="0"/>
              </a:spcBef>
              <a:spcAft>
                <a:spcPts val="0"/>
              </a:spcAft>
              <a:buClr>
                <a:schemeClr val="lt1"/>
              </a:buClr>
              <a:buSzPts val="800"/>
              <a:buNone/>
              <a:defRPr sz="800">
                <a:solidFill>
                  <a:schemeClr val="lt1"/>
                </a:solidFill>
              </a:defRPr>
            </a:lvl3pPr>
            <a:lvl4pPr lvl="3">
              <a:spcBef>
                <a:spcPts val="0"/>
              </a:spcBef>
              <a:spcAft>
                <a:spcPts val="0"/>
              </a:spcAft>
              <a:buClr>
                <a:schemeClr val="lt1"/>
              </a:buClr>
              <a:buSzPts val="800"/>
              <a:buNone/>
              <a:defRPr sz="800">
                <a:solidFill>
                  <a:schemeClr val="lt1"/>
                </a:solidFill>
              </a:defRPr>
            </a:lvl4pPr>
            <a:lvl5pPr lvl="4">
              <a:spcBef>
                <a:spcPts val="0"/>
              </a:spcBef>
              <a:spcAft>
                <a:spcPts val="0"/>
              </a:spcAft>
              <a:buClr>
                <a:schemeClr val="lt1"/>
              </a:buClr>
              <a:buSzPts val="800"/>
              <a:buNone/>
              <a:defRPr sz="800">
                <a:solidFill>
                  <a:schemeClr val="lt1"/>
                </a:solidFill>
              </a:defRPr>
            </a:lvl5pPr>
            <a:lvl6pPr lvl="5">
              <a:spcBef>
                <a:spcPts val="0"/>
              </a:spcBef>
              <a:spcAft>
                <a:spcPts val="0"/>
              </a:spcAft>
              <a:buClr>
                <a:schemeClr val="lt1"/>
              </a:buClr>
              <a:buSzPts val="800"/>
              <a:buNone/>
              <a:defRPr sz="800">
                <a:solidFill>
                  <a:schemeClr val="lt1"/>
                </a:solidFill>
              </a:defRPr>
            </a:lvl6pPr>
            <a:lvl7pPr lvl="6">
              <a:spcBef>
                <a:spcPts val="0"/>
              </a:spcBef>
              <a:spcAft>
                <a:spcPts val="0"/>
              </a:spcAft>
              <a:buClr>
                <a:schemeClr val="lt1"/>
              </a:buClr>
              <a:buSzPts val="800"/>
              <a:buNone/>
              <a:defRPr sz="800">
                <a:solidFill>
                  <a:schemeClr val="lt1"/>
                </a:solidFill>
              </a:defRPr>
            </a:lvl7pPr>
            <a:lvl8pPr lvl="7">
              <a:spcBef>
                <a:spcPts val="0"/>
              </a:spcBef>
              <a:spcAft>
                <a:spcPts val="0"/>
              </a:spcAft>
              <a:buClr>
                <a:schemeClr val="lt1"/>
              </a:buClr>
              <a:buSzPts val="800"/>
              <a:buNone/>
              <a:defRPr sz="800">
                <a:solidFill>
                  <a:schemeClr val="lt1"/>
                </a:solidFill>
              </a:defRPr>
            </a:lvl8pPr>
            <a:lvl9pPr lvl="8">
              <a:spcBef>
                <a:spcPts val="0"/>
              </a:spcBef>
              <a:spcAft>
                <a:spcPts val="0"/>
              </a:spcAft>
              <a:buClr>
                <a:schemeClr val="lt1"/>
              </a:buClr>
              <a:buSzPts val="800"/>
              <a:buNone/>
              <a:defRPr sz="800">
                <a:solidFill>
                  <a:schemeClr val="lt1"/>
                </a:solidFill>
              </a:defRPr>
            </a:lvl9pPr>
          </a:lstStyle>
          <a:p/>
        </p:txBody>
      </p:sp>
      <p:sp>
        <p:nvSpPr>
          <p:cNvPr id="372" name="Google Shape;372;p21"/>
          <p:cNvSpPr txBox="1"/>
          <p:nvPr>
            <p:ph idx="23" type="subTitle"/>
          </p:nvPr>
        </p:nvSpPr>
        <p:spPr>
          <a:xfrm>
            <a:off x="5291325" y="27137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3" name="Google Shape;373;p21"/>
          <p:cNvSpPr txBox="1"/>
          <p:nvPr>
            <p:ph idx="24" type="subTitle"/>
          </p:nvPr>
        </p:nvSpPr>
        <p:spPr>
          <a:xfrm>
            <a:off x="5291325" y="29207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800"/>
              <a:buNone/>
              <a:defRPr sz="800">
                <a:solidFill>
                  <a:schemeClr val="lt1"/>
                </a:solidFill>
              </a:defRPr>
            </a:lvl2pPr>
            <a:lvl3pPr lvl="2">
              <a:spcBef>
                <a:spcPts val="0"/>
              </a:spcBef>
              <a:spcAft>
                <a:spcPts val="0"/>
              </a:spcAft>
              <a:buClr>
                <a:schemeClr val="lt1"/>
              </a:buClr>
              <a:buSzPts val="800"/>
              <a:buNone/>
              <a:defRPr sz="800">
                <a:solidFill>
                  <a:schemeClr val="lt1"/>
                </a:solidFill>
              </a:defRPr>
            </a:lvl3pPr>
            <a:lvl4pPr lvl="3">
              <a:spcBef>
                <a:spcPts val="0"/>
              </a:spcBef>
              <a:spcAft>
                <a:spcPts val="0"/>
              </a:spcAft>
              <a:buClr>
                <a:schemeClr val="lt1"/>
              </a:buClr>
              <a:buSzPts val="800"/>
              <a:buNone/>
              <a:defRPr sz="800">
                <a:solidFill>
                  <a:schemeClr val="lt1"/>
                </a:solidFill>
              </a:defRPr>
            </a:lvl4pPr>
            <a:lvl5pPr lvl="4">
              <a:spcBef>
                <a:spcPts val="0"/>
              </a:spcBef>
              <a:spcAft>
                <a:spcPts val="0"/>
              </a:spcAft>
              <a:buClr>
                <a:schemeClr val="lt1"/>
              </a:buClr>
              <a:buSzPts val="800"/>
              <a:buNone/>
              <a:defRPr sz="800">
                <a:solidFill>
                  <a:schemeClr val="lt1"/>
                </a:solidFill>
              </a:defRPr>
            </a:lvl5pPr>
            <a:lvl6pPr lvl="5">
              <a:spcBef>
                <a:spcPts val="0"/>
              </a:spcBef>
              <a:spcAft>
                <a:spcPts val="0"/>
              </a:spcAft>
              <a:buClr>
                <a:schemeClr val="lt1"/>
              </a:buClr>
              <a:buSzPts val="800"/>
              <a:buNone/>
              <a:defRPr sz="800">
                <a:solidFill>
                  <a:schemeClr val="lt1"/>
                </a:solidFill>
              </a:defRPr>
            </a:lvl6pPr>
            <a:lvl7pPr lvl="6">
              <a:spcBef>
                <a:spcPts val="0"/>
              </a:spcBef>
              <a:spcAft>
                <a:spcPts val="0"/>
              </a:spcAft>
              <a:buClr>
                <a:schemeClr val="lt1"/>
              </a:buClr>
              <a:buSzPts val="800"/>
              <a:buNone/>
              <a:defRPr sz="800">
                <a:solidFill>
                  <a:schemeClr val="lt1"/>
                </a:solidFill>
              </a:defRPr>
            </a:lvl7pPr>
            <a:lvl8pPr lvl="7">
              <a:spcBef>
                <a:spcPts val="0"/>
              </a:spcBef>
              <a:spcAft>
                <a:spcPts val="0"/>
              </a:spcAft>
              <a:buClr>
                <a:schemeClr val="lt1"/>
              </a:buClr>
              <a:buSzPts val="800"/>
              <a:buNone/>
              <a:defRPr sz="800">
                <a:solidFill>
                  <a:schemeClr val="lt1"/>
                </a:solidFill>
              </a:defRPr>
            </a:lvl8pPr>
            <a:lvl9pPr lvl="8">
              <a:spcBef>
                <a:spcPts val="0"/>
              </a:spcBef>
              <a:spcAft>
                <a:spcPts val="0"/>
              </a:spcAft>
              <a:buClr>
                <a:schemeClr val="lt1"/>
              </a:buClr>
              <a:buSzPts val="800"/>
              <a:buNone/>
              <a:defRPr sz="800">
                <a:solidFill>
                  <a:schemeClr val="lt1"/>
                </a:solidFill>
              </a:defRPr>
            </a:lvl9pPr>
          </a:lstStyle>
          <a:p/>
        </p:txBody>
      </p:sp>
      <p:sp>
        <p:nvSpPr>
          <p:cNvPr id="374" name="Google Shape;374;p21"/>
          <p:cNvSpPr txBox="1"/>
          <p:nvPr>
            <p:ph idx="25" type="subTitle"/>
          </p:nvPr>
        </p:nvSpPr>
        <p:spPr>
          <a:xfrm>
            <a:off x="5291325" y="3451525"/>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5" name="Google Shape;375;p21"/>
          <p:cNvSpPr txBox="1"/>
          <p:nvPr>
            <p:ph idx="26" type="subTitle"/>
          </p:nvPr>
        </p:nvSpPr>
        <p:spPr>
          <a:xfrm>
            <a:off x="5291325" y="3658525"/>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800"/>
              <a:buNone/>
              <a:defRPr sz="800">
                <a:solidFill>
                  <a:schemeClr val="lt1"/>
                </a:solidFill>
              </a:defRPr>
            </a:lvl2pPr>
            <a:lvl3pPr lvl="2">
              <a:spcBef>
                <a:spcPts val="0"/>
              </a:spcBef>
              <a:spcAft>
                <a:spcPts val="0"/>
              </a:spcAft>
              <a:buClr>
                <a:schemeClr val="lt1"/>
              </a:buClr>
              <a:buSzPts val="800"/>
              <a:buNone/>
              <a:defRPr sz="800">
                <a:solidFill>
                  <a:schemeClr val="lt1"/>
                </a:solidFill>
              </a:defRPr>
            </a:lvl3pPr>
            <a:lvl4pPr lvl="3">
              <a:spcBef>
                <a:spcPts val="0"/>
              </a:spcBef>
              <a:spcAft>
                <a:spcPts val="0"/>
              </a:spcAft>
              <a:buClr>
                <a:schemeClr val="lt1"/>
              </a:buClr>
              <a:buSzPts val="800"/>
              <a:buNone/>
              <a:defRPr sz="800">
                <a:solidFill>
                  <a:schemeClr val="lt1"/>
                </a:solidFill>
              </a:defRPr>
            </a:lvl4pPr>
            <a:lvl5pPr lvl="4">
              <a:spcBef>
                <a:spcPts val="0"/>
              </a:spcBef>
              <a:spcAft>
                <a:spcPts val="0"/>
              </a:spcAft>
              <a:buClr>
                <a:schemeClr val="lt1"/>
              </a:buClr>
              <a:buSzPts val="800"/>
              <a:buNone/>
              <a:defRPr sz="800">
                <a:solidFill>
                  <a:schemeClr val="lt1"/>
                </a:solidFill>
              </a:defRPr>
            </a:lvl5pPr>
            <a:lvl6pPr lvl="5">
              <a:spcBef>
                <a:spcPts val="0"/>
              </a:spcBef>
              <a:spcAft>
                <a:spcPts val="0"/>
              </a:spcAft>
              <a:buClr>
                <a:schemeClr val="lt1"/>
              </a:buClr>
              <a:buSzPts val="800"/>
              <a:buNone/>
              <a:defRPr sz="800">
                <a:solidFill>
                  <a:schemeClr val="lt1"/>
                </a:solidFill>
              </a:defRPr>
            </a:lvl6pPr>
            <a:lvl7pPr lvl="6">
              <a:spcBef>
                <a:spcPts val="0"/>
              </a:spcBef>
              <a:spcAft>
                <a:spcPts val="0"/>
              </a:spcAft>
              <a:buClr>
                <a:schemeClr val="lt1"/>
              </a:buClr>
              <a:buSzPts val="800"/>
              <a:buNone/>
              <a:defRPr sz="800">
                <a:solidFill>
                  <a:schemeClr val="lt1"/>
                </a:solidFill>
              </a:defRPr>
            </a:lvl7pPr>
            <a:lvl8pPr lvl="7">
              <a:spcBef>
                <a:spcPts val="0"/>
              </a:spcBef>
              <a:spcAft>
                <a:spcPts val="0"/>
              </a:spcAft>
              <a:buClr>
                <a:schemeClr val="lt1"/>
              </a:buClr>
              <a:buSzPts val="800"/>
              <a:buNone/>
              <a:defRPr sz="800">
                <a:solidFill>
                  <a:schemeClr val="lt1"/>
                </a:solidFill>
              </a:defRPr>
            </a:lvl8pPr>
            <a:lvl9pPr lvl="8">
              <a:spcBef>
                <a:spcPts val="0"/>
              </a:spcBef>
              <a:spcAft>
                <a:spcPts val="0"/>
              </a:spcAft>
              <a:buClr>
                <a:schemeClr val="lt1"/>
              </a:buClr>
              <a:buSzPts val="800"/>
              <a:buNone/>
              <a:defRPr sz="800">
                <a:solidFill>
                  <a:schemeClr val="lt1"/>
                </a:solidFill>
              </a:defRPr>
            </a:lvl9pPr>
          </a:lstStyle>
          <a:p/>
        </p:txBody>
      </p:sp>
      <p:sp>
        <p:nvSpPr>
          <p:cNvPr id="376" name="Google Shape;376;p21"/>
          <p:cNvSpPr txBox="1"/>
          <p:nvPr>
            <p:ph idx="27" type="subTitle"/>
          </p:nvPr>
        </p:nvSpPr>
        <p:spPr>
          <a:xfrm>
            <a:off x="5291325" y="418930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7" name="Google Shape;377;p21"/>
          <p:cNvSpPr txBox="1"/>
          <p:nvPr>
            <p:ph idx="28" type="subTitle"/>
          </p:nvPr>
        </p:nvSpPr>
        <p:spPr>
          <a:xfrm>
            <a:off x="5291325" y="439630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800"/>
              <a:buNone/>
              <a:defRPr sz="800">
                <a:solidFill>
                  <a:schemeClr val="lt1"/>
                </a:solidFill>
              </a:defRPr>
            </a:lvl2pPr>
            <a:lvl3pPr lvl="2">
              <a:spcBef>
                <a:spcPts val="0"/>
              </a:spcBef>
              <a:spcAft>
                <a:spcPts val="0"/>
              </a:spcAft>
              <a:buClr>
                <a:schemeClr val="lt1"/>
              </a:buClr>
              <a:buSzPts val="800"/>
              <a:buNone/>
              <a:defRPr sz="800">
                <a:solidFill>
                  <a:schemeClr val="lt1"/>
                </a:solidFill>
              </a:defRPr>
            </a:lvl3pPr>
            <a:lvl4pPr lvl="3">
              <a:spcBef>
                <a:spcPts val="0"/>
              </a:spcBef>
              <a:spcAft>
                <a:spcPts val="0"/>
              </a:spcAft>
              <a:buClr>
                <a:schemeClr val="lt1"/>
              </a:buClr>
              <a:buSzPts val="800"/>
              <a:buNone/>
              <a:defRPr sz="800">
                <a:solidFill>
                  <a:schemeClr val="lt1"/>
                </a:solidFill>
              </a:defRPr>
            </a:lvl4pPr>
            <a:lvl5pPr lvl="4">
              <a:spcBef>
                <a:spcPts val="0"/>
              </a:spcBef>
              <a:spcAft>
                <a:spcPts val="0"/>
              </a:spcAft>
              <a:buClr>
                <a:schemeClr val="lt1"/>
              </a:buClr>
              <a:buSzPts val="800"/>
              <a:buNone/>
              <a:defRPr sz="800">
                <a:solidFill>
                  <a:schemeClr val="lt1"/>
                </a:solidFill>
              </a:defRPr>
            </a:lvl5pPr>
            <a:lvl6pPr lvl="5">
              <a:spcBef>
                <a:spcPts val="0"/>
              </a:spcBef>
              <a:spcAft>
                <a:spcPts val="0"/>
              </a:spcAft>
              <a:buClr>
                <a:schemeClr val="lt1"/>
              </a:buClr>
              <a:buSzPts val="800"/>
              <a:buNone/>
              <a:defRPr sz="800">
                <a:solidFill>
                  <a:schemeClr val="lt1"/>
                </a:solidFill>
              </a:defRPr>
            </a:lvl6pPr>
            <a:lvl7pPr lvl="6">
              <a:spcBef>
                <a:spcPts val="0"/>
              </a:spcBef>
              <a:spcAft>
                <a:spcPts val="0"/>
              </a:spcAft>
              <a:buClr>
                <a:schemeClr val="lt1"/>
              </a:buClr>
              <a:buSzPts val="800"/>
              <a:buNone/>
              <a:defRPr sz="800">
                <a:solidFill>
                  <a:schemeClr val="lt1"/>
                </a:solidFill>
              </a:defRPr>
            </a:lvl7pPr>
            <a:lvl8pPr lvl="7">
              <a:spcBef>
                <a:spcPts val="0"/>
              </a:spcBef>
              <a:spcAft>
                <a:spcPts val="0"/>
              </a:spcAft>
              <a:buClr>
                <a:schemeClr val="lt1"/>
              </a:buClr>
              <a:buSzPts val="800"/>
              <a:buNone/>
              <a:defRPr sz="800">
                <a:solidFill>
                  <a:schemeClr val="lt1"/>
                </a:solidFill>
              </a:defRPr>
            </a:lvl8pPr>
            <a:lvl9pPr lvl="8">
              <a:spcBef>
                <a:spcPts val="0"/>
              </a:spcBef>
              <a:spcAft>
                <a:spcPts val="0"/>
              </a:spcAft>
              <a:buClr>
                <a:schemeClr val="lt1"/>
              </a:buClr>
              <a:buSzPts val="800"/>
              <a:buNone/>
              <a:defRPr sz="800">
                <a:solidFill>
                  <a:schemeClr val="lt1"/>
                </a:solidFill>
              </a:defRPr>
            </a:lvl9pPr>
          </a:lstStyle>
          <a:p/>
        </p:txBody>
      </p:sp>
      <p:sp>
        <p:nvSpPr>
          <p:cNvPr id="378" name="Google Shape;378;p21"/>
          <p:cNvSpPr txBox="1"/>
          <p:nvPr>
            <p:ph idx="29" type="subTitle"/>
          </p:nvPr>
        </p:nvSpPr>
        <p:spPr>
          <a:xfrm>
            <a:off x="7469650" y="27137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None/>
              <a:defRPr b="1" sz="1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79" name="Google Shape;379;p21"/>
          <p:cNvSpPr txBox="1"/>
          <p:nvPr>
            <p:ph idx="30" type="subTitle"/>
          </p:nvPr>
        </p:nvSpPr>
        <p:spPr>
          <a:xfrm>
            <a:off x="7469650" y="2920750"/>
            <a:ext cx="1259100" cy="207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800"/>
              <a:buNone/>
              <a:defRPr sz="800">
                <a:solidFill>
                  <a:schemeClr val="lt1"/>
                </a:solidFill>
              </a:defRPr>
            </a:lvl2pPr>
            <a:lvl3pPr lvl="2">
              <a:spcBef>
                <a:spcPts val="0"/>
              </a:spcBef>
              <a:spcAft>
                <a:spcPts val="0"/>
              </a:spcAft>
              <a:buClr>
                <a:schemeClr val="lt1"/>
              </a:buClr>
              <a:buSzPts val="800"/>
              <a:buNone/>
              <a:defRPr sz="800">
                <a:solidFill>
                  <a:schemeClr val="lt1"/>
                </a:solidFill>
              </a:defRPr>
            </a:lvl3pPr>
            <a:lvl4pPr lvl="3">
              <a:spcBef>
                <a:spcPts val="0"/>
              </a:spcBef>
              <a:spcAft>
                <a:spcPts val="0"/>
              </a:spcAft>
              <a:buClr>
                <a:schemeClr val="lt1"/>
              </a:buClr>
              <a:buSzPts val="800"/>
              <a:buNone/>
              <a:defRPr sz="800">
                <a:solidFill>
                  <a:schemeClr val="lt1"/>
                </a:solidFill>
              </a:defRPr>
            </a:lvl4pPr>
            <a:lvl5pPr lvl="4">
              <a:spcBef>
                <a:spcPts val="0"/>
              </a:spcBef>
              <a:spcAft>
                <a:spcPts val="0"/>
              </a:spcAft>
              <a:buClr>
                <a:schemeClr val="lt1"/>
              </a:buClr>
              <a:buSzPts val="800"/>
              <a:buNone/>
              <a:defRPr sz="800">
                <a:solidFill>
                  <a:schemeClr val="lt1"/>
                </a:solidFill>
              </a:defRPr>
            </a:lvl5pPr>
            <a:lvl6pPr lvl="5">
              <a:spcBef>
                <a:spcPts val="0"/>
              </a:spcBef>
              <a:spcAft>
                <a:spcPts val="0"/>
              </a:spcAft>
              <a:buClr>
                <a:schemeClr val="lt1"/>
              </a:buClr>
              <a:buSzPts val="800"/>
              <a:buNone/>
              <a:defRPr sz="800">
                <a:solidFill>
                  <a:schemeClr val="lt1"/>
                </a:solidFill>
              </a:defRPr>
            </a:lvl6pPr>
            <a:lvl7pPr lvl="6">
              <a:spcBef>
                <a:spcPts val="0"/>
              </a:spcBef>
              <a:spcAft>
                <a:spcPts val="0"/>
              </a:spcAft>
              <a:buClr>
                <a:schemeClr val="lt1"/>
              </a:buClr>
              <a:buSzPts val="800"/>
              <a:buNone/>
              <a:defRPr sz="800">
                <a:solidFill>
                  <a:schemeClr val="lt1"/>
                </a:solidFill>
              </a:defRPr>
            </a:lvl7pPr>
            <a:lvl8pPr lvl="7">
              <a:spcBef>
                <a:spcPts val="0"/>
              </a:spcBef>
              <a:spcAft>
                <a:spcPts val="0"/>
              </a:spcAft>
              <a:buClr>
                <a:schemeClr val="lt1"/>
              </a:buClr>
              <a:buSzPts val="800"/>
              <a:buNone/>
              <a:defRPr sz="800">
                <a:solidFill>
                  <a:schemeClr val="lt1"/>
                </a:solidFill>
              </a:defRPr>
            </a:lvl8pPr>
            <a:lvl9pPr lvl="8">
              <a:spcBef>
                <a:spcPts val="0"/>
              </a:spcBef>
              <a:spcAft>
                <a:spcPts val="0"/>
              </a:spcAft>
              <a:buClr>
                <a:schemeClr val="lt1"/>
              </a:buClr>
              <a:buSzPts val="800"/>
              <a:buNone/>
              <a:defRPr sz="800">
                <a:solidFill>
                  <a:schemeClr val="lt1"/>
                </a:solidFill>
              </a:defRPr>
            </a:lvl9pPr>
          </a:lstStyle>
          <a:p/>
        </p:txBody>
      </p:sp>
      <p:sp>
        <p:nvSpPr>
          <p:cNvPr id="380" name="Google Shape;380;p21"/>
          <p:cNvSpPr txBox="1"/>
          <p:nvPr>
            <p:ph idx="31" type="subTitle"/>
          </p:nvPr>
        </p:nvSpPr>
        <p:spPr>
          <a:xfrm>
            <a:off x="7566000" y="230200"/>
            <a:ext cx="1232400" cy="68700"/>
          </a:xfrm>
          <a:prstGeom prst="rect">
            <a:avLst/>
          </a:prstGeom>
        </p:spPr>
        <p:txBody>
          <a:bodyPr anchorCtr="0" anchor="t" bIns="0" lIns="0" spcFirstLastPara="1" rIns="0" wrap="square" tIns="0">
            <a:noAutofit/>
          </a:bodyPr>
          <a:lstStyle>
            <a:lvl1pPr lvl="0" algn="r">
              <a:spcBef>
                <a:spcPts val="0"/>
              </a:spcBef>
              <a:spcAft>
                <a:spcPts val="0"/>
              </a:spcAft>
              <a:buClr>
                <a:schemeClr val="dk2"/>
              </a:buClr>
              <a:buSzPts val="600"/>
              <a:buFont typeface="Inter"/>
              <a:buNone/>
              <a:defRPr/>
            </a:lvl1pPr>
            <a:lvl2pPr lvl="1" algn="r">
              <a:spcBef>
                <a:spcPts val="0"/>
              </a:spcBef>
              <a:spcAft>
                <a:spcPts val="0"/>
              </a:spcAft>
              <a:buClr>
                <a:schemeClr val="dk2"/>
              </a:buClr>
              <a:buSzPts val="1400"/>
              <a:buFont typeface="Inter"/>
              <a:buNone/>
              <a:defRPr/>
            </a:lvl2pPr>
            <a:lvl3pPr lvl="2" algn="r">
              <a:spcBef>
                <a:spcPts val="0"/>
              </a:spcBef>
              <a:spcAft>
                <a:spcPts val="0"/>
              </a:spcAft>
              <a:buClr>
                <a:schemeClr val="dk2"/>
              </a:buClr>
              <a:buSzPts val="1400"/>
              <a:buFont typeface="Inter"/>
              <a:buNone/>
              <a:defRPr/>
            </a:lvl3pPr>
            <a:lvl4pPr lvl="3" algn="r">
              <a:spcBef>
                <a:spcPts val="0"/>
              </a:spcBef>
              <a:spcAft>
                <a:spcPts val="0"/>
              </a:spcAft>
              <a:buClr>
                <a:schemeClr val="dk2"/>
              </a:buClr>
              <a:buSzPts val="1400"/>
              <a:buFont typeface="Inter"/>
              <a:buNone/>
              <a:defRPr/>
            </a:lvl4pPr>
            <a:lvl5pPr lvl="4" algn="r">
              <a:spcBef>
                <a:spcPts val="0"/>
              </a:spcBef>
              <a:spcAft>
                <a:spcPts val="0"/>
              </a:spcAft>
              <a:buClr>
                <a:schemeClr val="dk2"/>
              </a:buClr>
              <a:buSzPts val="1400"/>
              <a:buFont typeface="Inter"/>
              <a:buNone/>
              <a:defRPr/>
            </a:lvl5pPr>
            <a:lvl6pPr lvl="5" algn="r">
              <a:spcBef>
                <a:spcPts val="0"/>
              </a:spcBef>
              <a:spcAft>
                <a:spcPts val="0"/>
              </a:spcAft>
              <a:buClr>
                <a:schemeClr val="dk2"/>
              </a:buClr>
              <a:buSzPts val="1400"/>
              <a:buFont typeface="Inter"/>
              <a:buNone/>
              <a:defRPr/>
            </a:lvl6pPr>
            <a:lvl7pPr lvl="6" algn="r">
              <a:spcBef>
                <a:spcPts val="0"/>
              </a:spcBef>
              <a:spcAft>
                <a:spcPts val="0"/>
              </a:spcAft>
              <a:buClr>
                <a:schemeClr val="dk2"/>
              </a:buClr>
              <a:buSzPts val="1400"/>
              <a:buFont typeface="Inter"/>
              <a:buNone/>
              <a:defRPr/>
            </a:lvl7pPr>
            <a:lvl8pPr lvl="7" algn="r">
              <a:spcBef>
                <a:spcPts val="0"/>
              </a:spcBef>
              <a:spcAft>
                <a:spcPts val="0"/>
              </a:spcAft>
              <a:buClr>
                <a:schemeClr val="dk2"/>
              </a:buClr>
              <a:buSzPts val="1400"/>
              <a:buFont typeface="Inter"/>
              <a:buNone/>
              <a:defRPr/>
            </a:lvl8pPr>
            <a:lvl9pPr lvl="8" algn="r">
              <a:spcBef>
                <a:spcPts val="0"/>
              </a:spcBef>
              <a:spcAft>
                <a:spcPts val="0"/>
              </a:spcAft>
              <a:buClr>
                <a:schemeClr val="dk2"/>
              </a:buClr>
              <a:buSzPts val="1400"/>
              <a:buFont typeface="Inter"/>
              <a:buNone/>
              <a:defRPr/>
            </a:lvl9pPr>
          </a:lstStyle>
          <a:p/>
        </p:txBody>
      </p:sp>
      <p:sp>
        <p:nvSpPr>
          <p:cNvPr id="381" name="Google Shape;381;p21"/>
          <p:cNvSpPr txBox="1"/>
          <p:nvPr>
            <p:ph idx="32" type="subTitle"/>
          </p:nvPr>
        </p:nvSpPr>
        <p:spPr>
          <a:xfrm>
            <a:off x="345600" y="230200"/>
            <a:ext cx="1752600" cy="687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600"/>
              <a:buFont typeface="Inter"/>
              <a:buNone/>
              <a:defRPr/>
            </a:lvl1pPr>
            <a:lvl2pPr lvl="1">
              <a:spcBef>
                <a:spcPts val="0"/>
              </a:spcBef>
              <a:spcAft>
                <a:spcPts val="0"/>
              </a:spcAft>
              <a:buClr>
                <a:schemeClr val="dk2"/>
              </a:buClr>
              <a:buSzPts val="1400"/>
              <a:buFont typeface="Inter"/>
              <a:buNone/>
              <a:defRPr/>
            </a:lvl2pPr>
            <a:lvl3pPr lvl="2">
              <a:spcBef>
                <a:spcPts val="0"/>
              </a:spcBef>
              <a:spcAft>
                <a:spcPts val="0"/>
              </a:spcAft>
              <a:buClr>
                <a:schemeClr val="dk2"/>
              </a:buClr>
              <a:buSzPts val="1400"/>
              <a:buFont typeface="Inter"/>
              <a:buNone/>
              <a:defRPr/>
            </a:lvl3pPr>
            <a:lvl4pPr lvl="3">
              <a:spcBef>
                <a:spcPts val="0"/>
              </a:spcBef>
              <a:spcAft>
                <a:spcPts val="0"/>
              </a:spcAft>
              <a:buClr>
                <a:schemeClr val="dk2"/>
              </a:buClr>
              <a:buSzPts val="1400"/>
              <a:buFont typeface="Inter"/>
              <a:buNone/>
              <a:defRPr/>
            </a:lvl4pPr>
            <a:lvl5pPr lvl="4">
              <a:spcBef>
                <a:spcPts val="0"/>
              </a:spcBef>
              <a:spcAft>
                <a:spcPts val="0"/>
              </a:spcAft>
              <a:buClr>
                <a:schemeClr val="dk2"/>
              </a:buClr>
              <a:buSzPts val="1400"/>
              <a:buFont typeface="Inter"/>
              <a:buNone/>
              <a:defRPr/>
            </a:lvl5pPr>
            <a:lvl6pPr lvl="5">
              <a:spcBef>
                <a:spcPts val="0"/>
              </a:spcBef>
              <a:spcAft>
                <a:spcPts val="0"/>
              </a:spcAft>
              <a:buClr>
                <a:schemeClr val="dk2"/>
              </a:buClr>
              <a:buSzPts val="1400"/>
              <a:buFont typeface="Inter"/>
              <a:buNone/>
              <a:defRPr/>
            </a:lvl6pPr>
            <a:lvl7pPr lvl="6">
              <a:spcBef>
                <a:spcPts val="0"/>
              </a:spcBef>
              <a:spcAft>
                <a:spcPts val="0"/>
              </a:spcAft>
              <a:buClr>
                <a:schemeClr val="dk2"/>
              </a:buClr>
              <a:buSzPts val="1400"/>
              <a:buFont typeface="Inter"/>
              <a:buNone/>
              <a:defRPr/>
            </a:lvl7pPr>
            <a:lvl8pPr lvl="7">
              <a:spcBef>
                <a:spcPts val="0"/>
              </a:spcBef>
              <a:spcAft>
                <a:spcPts val="0"/>
              </a:spcAft>
              <a:buClr>
                <a:schemeClr val="dk2"/>
              </a:buClr>
              <a:buSzPts val="1400"/>
              <a:buFont typeface="Inter"/>
              <a:buNone/>
              <a:defRPr/>
            </a:lvl8pPr>
            <a:lvl9pPr lvl="8">
              <a:spcBef>
                <a:spcPts val="0"/>
              </a:spcBef>
              <a:spcAft>
                <a:spcPts val="0"/>
              </a:spcAft>
              <a:buClr>
                <a:schemeClr val="dk2"/>
              </a:buClr>
              <a:buSzPts val="1400"/>
              <a:buFont typeface="Inter"/>
              <a:buNone/>
              <a:defRPr/>
            </a:lvl9pPr>
          </a:lstStyle>
          <a:p/>
        </p:txBody>
      </p:sp>
      <p:sp>
        <p:nvSpPr>
          <p:cNvPr id="382" name="Google Shape;382;p21"/>
          <p:cNvSpPr txBox="1"/>
          <p:nvPr/>
        </p:nvSpPr>
        <p:spPr>
          <a:xfrm flipH="1">
            <a:off x="2286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
        <p:nvSpPr>
          <p:cNvPr id="383" name="Google Shape;383;p21"/>
          <p:cNvSpPr txBox="1"/>
          <p:nvPr/>
        </p:nvSpPr>
        <p:spPr>
          <a:xfrm flipH="1" rot="10800000">
            <a:off x="8798400" y="230200"/>
            <a:ext cx="126000" cy="92400"/>
          </a:xfrm>
          <a:prstGeom prst="rect">
            <a:avLst/>
          </a:prstGeom>
          <a:noFill/>
          <a:ln>
            <a:noFill/>
          </a:ln>
        </p:spPr>
        <p:txBody>
          <a:bodyPr anchorCtr="0" anchor="t" bIns="0" lIns="0" spcFirstLastPara="1" rIns="0" wrap="square" tIns="0">
            <a:spAutoFit/>
          </a:bodyPr>
          <a:lstStyle/>
          <a:p>
            <a:pPr indent="-95250" lvl="0" marL="137160" rtl="0" algn="l">
              <a:spcBef>
                <a:spcPts val="0"/>
              </a:spcBef>
              <a:spcAft>
                <a:spcPts val="0"/>
              </a:spcAft>
              <a:buClr>
                <a:schemeClr val="accent1"/>
              </a:buClr>
              <a:buSzPts val="600"/>
              <a:buFont typeface="Inter"/>
              <a:buChar char="➔"/>
            </a:pPr>
            <a:r>
              <a:t/>
            </a:r>
            <a:endParaRPr sz="600">
              <a:solidFill>
                <a:schemeClr val="accent1"/>
              </a:solidFill>
              <a:latin typeface="Inter"/>
              <a:ea typeface="Inter"/>
              <a:cs typeface="Inter"/>
              <a:sym typeface="Inte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84" name="Shape 384"/>
        <p:cNvGrpSpPr/>
        <p:nvPr/>
      </p:nvGrpSpPr>
      <p:grpSpPr>
        <a:xfrm>
          <a:off x="0" y="0"/>
          <a:ext cx="0" cy="0"/>
          <a:chOff x="0" y="0"/>
          <a:chExt cx="0" cy="0"/>
        </a:xfrm>
      </p:grpSpPr>
      <p:sp>
        <p:nvSpPr>
          <p:cNvPr id="385" name="Google Shape;385;p2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6" name="Google Shape;386;p22"/>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7" name="Shape 387"/>
        <p:cNvGrpSpPr/>
        <p:nvPr/>
      </p:nvGrpSpPr>
      <p:grpSpPr>
        <a:xfrm>
          <a:off x="0" y="0"/>
          <a:ext cx="0" cy="0"/>
          <a:chOff x="0" y="0"/>
          <a:chExt cx="0" cy="0"/>
        </a:xfrm>
      </p:grpSpPr>
      <p:sp>
        <p:nvSpPr>
          <p:cNvPr id="388" name="Google Shape;388;p2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9" name="Shape 389"/>
        <p:cNvGrpSpPr/>
        <p:nvPr/>
      </p:nvGrpSpPr>
      <p:grpSpPr>
        <a:xfrm>
          <a:off x="0" y="0"/>
          <a:ext cx="0" cy="0"/>
          <a:chOff x="0" y="0"/>
          <a:chExt cx="0" cy="0"/>
        </a:xfrm>
      </p:grpSpPr>
      <p:sp>
        <p:nvSpPr>
          <p:cNvPr id="390" name="Google Shape;39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91" name="Google Shape;391;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92" name="Shape 392"/>
        <p:cNvGrpSpPr/>
        <p:nvPr/>
      </p:nvGrpSpPr>
      <p:grpSpPr>
        <a:xfrm>
          <a:off x="0" y="0"/>
          <a:ext cx="0" cy="0"/>
          <a:chOff x="0" y="0"/>
          <a:chExt cx="0" cy="0"/>
        </a:xfrm>
      </p:grpSpPr>
      <p:sp>
        <p:nvSpPr>
          <p:cNvPr id="393" name="Google Shape;393;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94" name="Google Shape;394;p2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2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6" name="Shape 396"/>
        <p:cNvGrpSpPr/>
        <p:nvPr/>
      </p:nvGrpSpPr>
      <p:grpSpPr>
        <a:xfrm>
          <a:off x="0" y="0"/>
          <a:ext cx="0" cy="0"/>
          <a:chOff x="0" y="0"/>
          <a:chExt cx="0" cy="0"/>
        </a:xfrm>
      </p:grpSpPr>
      <p:sp>
        <p:nvSpPr>
          <p:cNvPr id="397" name="Google Shape;397;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8" name="Shape 398"/>
        <p:cNvGrpSpPr/>
        <p:nvPr/>
      </p:nvGrpSpPr>
      <p:grpSpPr>
        <a:xfrm>
          <a:off x="0" y="0"/>
          <a:ext cx="0" cy="0"/>
          <a:chOff x="0" y="0"/>
          <a:chExt cx="0" cy="0"/>
        </a:xfrm>
      </p:grpSpPr>
      <p:sp>
        <p:nvSpPr>
          <p:cNvPr id="399" name="Google Shape;399;p2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0" name="Google Shape;400;p2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01" name="Shape 401"/>
        <p:cNvGrpSpPr/>
        <p:nvPr/>
      </p:nvGrpSpPr>
      <p:grpSpPr>
        <a:xfrm>
          <a:off x="0" y="0"/>
          <a:ext cx="0" cy="0"/>
          <a:chOff x="0" y="0"/>
          <a:chExt cx="0" cy="0"/>
        </a:xfrm>
      </p:grpSpPr>
      <p:sp>
        <p:nvSpPr>
          <p:cNvPr id="402" name="Google Shape;402;p2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03" name="Shape 403"/>
        <p:cNvGrpSpPr/>
        <p:nvPr/>
      </p:nvGrpSpPr>
      <p:grpSpPr>
        <a:xfrm>
          <a:off x="0" y="0"/>
          <a:ext cx="0" cy="0"/>
          <a:chOff x="0" y="0"/>
          <a:chExt cx="0" cy="0"/>
        </a:xfrm>
      </p:grpSpPr>
      <p:sp>
        <p:nvSpPr>
          <p:cNvPr id="404" name="Google Shape;404;p2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5" name="Google Shape;405;p29"/>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6" name="Google Shape;406;p2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7" name="Shape 407"/>
        <p:cNvGrpSpPr/>
        <p:nvPr/>
      </p:nvGrpSpPr>
      <p:grpSpPr>
        <a:xfrm>
          <a:off x="0" y="0"/>
          <a:ext cx="0" cy="0"/>
          <a:chOff x="0" y="0"/>
          <a:chExt cx="0" cy="0"/>
        </a:xfrm>
      </p:grpSpPr>
      <p:sp>
        <p:nvSpPr>
          <p:cNvPr id="408" name="Google Shape;408;p3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9" name="Shape 409"/>
        <p:cNvGrpSpPr/>
        <p:nvPr/>
      </p:nvGrpSpPr>
      <p:grpSpPr>
        <a:xfrm>
          <a:off x="0" y="0"/>
          <a:ext cx="0" cy="0"/>
          <a:chOff x="0" y="0"/>
          <a:chExt cx="0" cy="0"/>
        </a:xfrm>
      </p:grpSpPr>
      <p:sp>
        <p:nvSpPr>
          <p:cNvPr id="410" name="Google Shape;410;p3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11" name="Google Shape;411;p3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12" name="Shape 41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13" name="Shape 413"/>
        <p:cNvGrpSpPr/>
        <p:nvPr/>
      </p:nvGrpSpPr>
      <p:grpSpPr>
        <a:xfrm>
          <a:off x="0" y="0"/>
          <a:ext cx="0" cy="0"/>
          <a:chOff x="0" y="0"/>
          <a:chExt cx="0" cy="0"/>
        </a:xfrm>
      </p:grpSpPr>
      <p:sp>
        <p:nvSpPr>
          <p:cNvPr id="414" name="Google Shape;414;p3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15" name="Google Shape;415;p33"/>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6" name="Google Shape;416;p33"/>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33"/>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33"/>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9" name="Google Shape;419;p33"/>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0" name="Google Shape;420;p33"/>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21" name="Shape 421"/>
        <p:cNvGrpSpPr/>
        <p:nvPr/>
      </p:nvGrpSpPr>
      <p:grpSpPr>
        <a:xfrm>
          <a:off x="0" y="0"/>
          <a:ext cx="0" cy="0"/>
          <a:chOff x="0" y="0"/>
          <a:chExt cx="0" cy="0"/>
        </a:xfrm>
      </p:grpSpPr>
      <p:sp>
        <p:nvSpPr>
          <p:cNvPr id="422" name="Google Shape;42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23" name="Google Shape;423;p3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3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25" name="Shape 425"/>
        <p:cNvGrpSpPr/>
        <p:nvPr/>
      </p:nvGrpSpPr>
      <p:grpSpPr>
        <a:xfrm>
          <a:off x="0" y="0"/>
          <a:ext cx="0" cy="0"/>
          <a:chOff x="0" y="0"/>
          <a:chExt cx="0" cy="0"/>
        </a:xfrm>
      </p:grpSpPr>
      <p:sp>
        <p:nvSpPr>
          <p:cNvPr id="426" name="Google Shape;426;p3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7" name="Google Shape;427;p3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3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9" name="Google Shape;429;p35"/>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35"/>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31" name="Shape 431"/>
        <p:cNvGrpSpPr/>
        <p:nvPr/>
      </p:nvGrpSpPr>
      <p:grpSpPr>
        <a:xfrm>
          <a:off x="0" y="0"/>
          <a:ext cx="0" cy="0"/>
          <a:chOff x="0" y="0"/>
          <a:chExt cx="0" cy="0"/>
        </a:xfrm>
      </p:grpSpPr>
      <p:sp>
        <p:nvSpPr>
          <p:cNvPr id="432" name="Google Shape;432;p3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3" name="Google Shape;433;p3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4" name="Google Shape;434;p3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5" name="Google Shape;435;p36"/>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6" name="Google Shape;436;p36"/>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7" name="Google Shape;437;p36"/>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8" name="Google Shape;438;p3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9" name="Shape 439"/>
        <p:cNvGrpSpPr/>
        <p:nvPr/>
      </p:nvGrpSpPr>
      <p:grpSpPr>
        <a:xfrm>
          <a:off x="0" y="0"/>
          <a:ext cx="0" cy="0"/>
          <a:chOff x="0" y="0"/>
          <a:chExt cx="0" cy="0"/>
        </a:xfrm>
      </p:grpSpPr>
      <p:sp>
        <p:nvSpPr>
          <p:cNvPr id="440" name="Google Shape;440;p3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1" name="Google Shape;441;p3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2" name="Google Shape;442;p3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3" name="Google Shape;443;p3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4" name="Google Shape;444;p3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5" name="Google Shape;445;p37"/>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6" name="Google Shape;446;p37"/>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7" name="Google Shape;447;p37"/>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8" name="Google Shape;448;p37"/>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9" name="Shape 449"/>
        <p:cNvGrpSpPr/>
        <p:nvPr/>
      </p:nvGrpSpPr>
      <p:grpSpPr>
        <a:xfrm>
          <a:off x="0" y="0"/>
          <a:ext cx="0" cy="0"/>
          <a:chOff x="0" y="0"/>
          <a:chExt cx="0" cy="0"/>
        </a:xfrm>
      </p:grpSpPr>
      <p:sp>
        <p:nvSpPr>
          <p:cNvPr id="450" name="Google Shape;450;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51" name="Google Shape;451;p3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52" name="Shape 452"/>
        <p:cNvGrpSpPr/>
        <p:nvPr/>
      </p:nvGrpSpPr>
      <p:grpSpPr>
        <a:xfrm>
          <a:off x="0" y="0"/>
          <a:ext cx="0" cy="0"/>
          <a:chOff x="0" y="0"/>
          <a:chExt cx="0" cy="0"/>
        </a:xfrm>
      </p:grpSpPr>
      <p:sp>
        <p:nvSpPr>
          <p:cNvPr id="453" name="Google Shape;453;p3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39"/>
          <p:cNvSpPr/>
          <p:nvPr>
            <p:ph idx="2" type="pic"/>
          </p:nvPr>
        </p:nvSpPr>
        <p:spPr>
          <a:xfrm>
            <a:off x="4804825" y="1133300"/>
            <a:ext cx="4027500" cy="2392800"/>
          </a:xfrm>
          <a:prstGeom prst="rect">
            <a:avLst/>
          </a:prstGeom>
          <a:noFill/>
          <a:ln>
            <a:noFill/>
          </a:ln>
        </p:spPr>
      </p:sp>
      <p:sp>
        <p:nvSpPr>
          <p:cNvPr id="455" name="Google Shape;455;p39"/>
          <p:cNvSpPr/>
          <p:nvPr>
            <p:ph idx="3" type="pic"/>
          </p:nvPr>
        </p:nvSpPr>
        <p:spPr>
          <a:xfrm>
            <a:off x="311725" y="1133300"/>
            <a:ext cx="4027500" cy="2392800"/>
          </a:xfrm>
          <a:prstGeom prst="rect">
            <a:avLst/>
          </a:prstGeom>
          <a:noFill/>
          <a:ln>
            <a:noFill/>
          </a:ln>
        </p:spPr>
      </p:sp>
      <p:sp>
        <p:nvSpPr>
          <p:cNvPr id="456" name="Google Shape;456;p3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7" name="Google Shape;45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58" name="Google Shape;458;p39"/>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9" name="Google Shape;459;p39"/>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60" name="Shape 460"/>
        <p:cNvGrpSpPr/>
        <p:nvPr/>
      </p:nvGrpSpPr>
      <p:grpSpPr>
        <a:xfrm>
          <a:off x="0" y="0"/>
          <a:ext cx="0" cy="0"/>
          <a:chOff x="0" y="0"/>
          <a:chExt cx="0" cy="0"/>
        </a:xfrm>
      </p:grpSpPr>
      <p:sp>
        <p:nvSpPr>
          <p:cNvPr id="461" name="Google Shape;461;p4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2" name="Google Shape;462;p40"/>
          <p:cNvSpPr/>
          <p:nvPr>
            <p:ph idx="2" type="pic"/>
          </p:nvPr>
        </p:nvSpPr>
        <p:spPr>
          <a:xfrm>
            <a:off x="6205225" y="1128325"/>
            <a:ext cx="2627100" cy="2273100"/>
          </a:xfrm>
          <a:prstGeom prst="rect">
            <a:avLst/>
          </a:prstGeom>
          <a:noFill/>
          <a:ln>
            <a:noFill/>
          </a:ln>
        </p:spPr>
      </p:sp>
      <p:sp>
        <p:nvSpPr>
          <p:cNvPr id="463" name="Google Shape;463;p40"/>
          <p:cNvSpPr/>
          <p:nvPr>
            <p:ph idx="3" type="pic"/>
          </p:nvPr>
        </p:nvSpPr>
        <p:spPr>
          <a:xfrm>
            <a:off x="311725" y="1128325"/>
            <a:ext cx="2627100" cy="2273100"/>
          </a:xfrm>
          <a:prstGeom prst="rect">
            <a:avLst/>
          </a:prstGeom>
          <a:noFill/>
          <a:ln>
            <a:noFill/>
          </a:ln>
        </p:spPr>
      </p:sp>
      <p:sp>
        <p:nvSpPr>
          <p:cNvPr id="464" name="Google Shape;464;p4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5" name="Google Shape;465;p40"/>
          <p:cNvSpPr/>
          <p:nvPr>
            <p:ph idx="5" type="pic"/>
          </p:nvPr>
        </p:nvSpPr>
        <p:spPr>
          <a:xfrm>
            <a:off x="3255250" y="1128325"/>
            <a:ext cx="2627100" cy="2273100"/>
          </a:xfrm>
          <a:prstGeom prst="rect">
            <a:avLst/>
          </a:prstGeom>
          <a:noFill/>
          <a:ln>
            <a:noFill/>
          </a:ln>
        </p:spPr>
      </p:sp>
      <p:sp>
        <p:nvSpPr>
          <p:cNvPr id="466" name="Google Shape;466;p4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68" name="Google Shape;468;p40"/>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9" name="Google Shape;469;p40"/>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70" name="Google Shape;470;p40"/>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71" name="Shape 471"/>
        <p:cNvGrpSpPr/>
        <p:nvPr/>
      </p:nvGrpSpPr>
      <p:grpSpPr>
        <a:xfrm>
          <a:off x="0" y="0"/>
          <a:ext cx="0" cy="0"/>
          <a:chOff x="0" y="0"/>
          <a:chExt cx="0" cy="0"/>
        </a:xfrm>
      </p:grpSpPr>
      <p:sp>
        <p:nvSpPr>
          <p:cNvPr id="472" name="Google Shape;472;p4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73" name="Shape 473"/>
        <p:cNvGrpSpPr/>
        <p:nvPr/>
      </p:nvGrpSpPr>
      <p:grpSpPr>
        <a:xfrm>
          <a:off x="0" y="0"/>
          <a:ext cx="0" cy="0"/>
          <a:chOff x="0" y="0"/>
          <a:chExt cx="0" cy="0"/>
        </a:xfrm>
      </p:grpSpPr>
      <p:sp>
        <p:nvSpPr>
          <p:cNvPr id="474" name="Google Shape;474;p42"/>
          <p:cNvSpPr/>
          <p:nvPr>
            <p:ph idx="2" type="pic"/>
          </p:nvPr>
        </p:nvSpPr>
        <p:spPr>
          <a:xfrm>
            <a:off x="3389600" y="118913"/>
            <a:ext cx="1643700" cy="1535100"/>
          </a:xfrm>
          <a:prstGeom prst="rect">
            <a:avLst/>
          </a:prstGeom>
          <a:noFill/>
          <a:ln>
            <a:noFill/>
          </a:ln>
        </p:spPr>
      </p:sp>
      <p:sp>
        <p:nvSpPr>
          <p:cNvPr id="475" name="Google Shape;475;p42"/>
          <p:cNvSpPr/>
          <p:nvPr>
            <p:ph idx="3" type="pic"/>
          </p:nvPr>
        </p:nvSpPr>
        <p:spPr>
          <a:xfrm>
            <a:off x="5195935" y="118913"/>
            <a:ext cx="1643700" cy="1535100"/>
          </a:xfrm>
          <a:prstGeom prst="rect">
            <a:avLst/>
          </a:prstGeom>
          <a:noFill/>
          <a:ln>
            <a:noFill/>
          </a:ln>
        </p:spPr>
      </p:sp>
      <p:sp>
        <p:nvSpPr>
          <p:cNvPr id="476" name="Google Shape;476;p42"/>
          <p:cNvSpPr/>
          <p:nvPr>
            <p:ph idx="4" type="pic"/>
          </p:nvPr>
        </p:nvSpPr>
        <p:spPr>
          <a:xfrm>
            <a:off x="7002270" y="118913"/>
            <a:ext cx="1643700" cy="1535100"/>
          </a:xfrm>
          <a:prstGeom prst="rect">
            <a:avLst/>
          </a:prstGeom>
          <a:noFill/>
          <a:ln>
            <a:noFill/>
          </a:ln>
        </p:spPr>
      </p:sp>
      <p:sp>
        <p:nvSpPr>
          <p:cNvPr id="477" name="Google Shape;477;p42"/>
          <p:cNvSpPr/>
          <p:nvPr>
            <p:ph idx="5" type="pic"/>
          </p:nvPr>
        </p:nvSpPr>
        <p:spPr>
          <a:xfrm>
            <a:off x="3389588" y="1804212"/>
            <a:ext cx="1643700" cy="1535100"/>
          </a:xfrm>
          <a:prstGeom prst="rect">
            <a:avLst/>
          </a:prstGeom>
          <a:noFill/>
          <a:ln>
            <a:noFill/>
          </a:ln>
        </p:spPr>
      </p:sp>
      <p:sp>
        <p:nvSpPr>
          <p:cNvPr id="478" name="Google Shape;478;p42"/>
          <p:cNvSpPr/>
          <p:nvPr>
            <p:ph idx="6" type="pic"/>
          </p:nvPr>
        </p:nvSpPr>
        <p:spPr>
          <a:xfrm>
            <a:off x="5195922" y="1804212"/>
            <a:ext cx="1643700" cy="1535100"/>
          </a:xfrm>
          <a:prstGeom prst="rect">
            <a:avLst/>
          </a:prstGeom>
          <a:noFill/>
          <a:ln>
            <a:noFill/>
          </a:ln>
        </p:spPr>
      </p:sp>
      <p:sp>
        <p:nvSpPr>
          <p:cNvPr id="479" name="Google Shape;479;p42"/>
          <p:cNvSpPr/>
          <p:nvPr>
            <p:ph idx="7" type="pic"/>
          </p:nvPr>
        </p:nvSpPr>
        <p:spPr>
          <a:xfrm>
            <a:off x="7002257" y="1804212"/>
            <a:ext cx="1643700" cy="1535100"/>
          </a:xfrm>
          <a:prstGeom prst="rect">
            <a:avLst/>
          </a:prstGeom>
          <a:noFill/>
          <a:ln>
            <a:noFill/>
          </a:ln>
        </p:spPr>
      </p:sp>
      <p:sp>
        <p:nvSpPr>
          <p:cNvPr id="480" name="Google Shape;480;p4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481" name="Google Shape;481;p42"/>
          <p:cNvSpPr/>
          <p:nvPr>
            <p:ph idx="8" type="pic"/>
          </p:nvPr>
        </p:nvSpPr>
        <p:spPr>
          <a:xfrm>
            <a:off x="3389588" y="3489487"/>
            <a:ext cx="1643700" cy="1535100"/>
          </a:xfrm>
          <a:prstGeom prst="rect">
            <a:avLst/>
          </a:prstGeom>
          <a:noFill/>
          <a:ln>
            <a:noFill/>
          </a:ln>
        </p:spPr>
      </p:sp>
      <p:sp>
        <p:nvSpPr>
          <p:cNvPr id="482" name="Google Shape;482;p42"/>
          <p:cNvSpPr/>
          <p:nvPr>
            <p:ph idx="9" type="pic"/>
          </p:nvPr>
        </p:nvSpPr>
        <p:spPr>
          <a:xfrm>
            <a:off x="5195922" y="3489487"/>
            <a:ext cx="1643700" cy="1535100"/>
          </a:xfrm>
          <a:prstGeom prst="rect">
            <a:avLst/>
          </a:prstGeom>
          <a:noFill/>
          <a:ln>
            <a:noFill/>
          </a:ln>
        </p:spPr>
      </p:sp>
      <p:sp>
        <p:nvSpPr>
          <p:cNvPr id="483" name="Google Shape;483;p4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1.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95400"/>
            <a:ext cx="4296600" cy="2788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350550" y="571400"/>
            <a:ext cx="4268400" cy="1051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3200"/>
              <a:buFont typeface="Afacad Flux"/>
              <a:buNone/>
              <a:defRPr b="1" sz="3200">
                <a:latin typeface="Afacad Flux"/>
                <a:ea typeface="Afacad Flux"/>
                <a:cs typeface="Afacad Flux"/>
                <a:sym typeface="Afacad Flux"/>
              </a:defRPr>
            </a:lvl1pPr>
            <a:lvl2pPr lvl="1">
              <a:spcBef>
                <a:spcPts val="0"/>
              </a:spcBef>
              <a:spcAft>
                <a:spcPts val="0"/>
              </a:spcAft>
              <a:buSzPts val="3200"/>
              <a:buNone/>
              <a:defRPr b="1" sz="3200"/>
            </a:lvl2pPr>
            <a:lvl3pPr lvl="2">
              <a:spcBef>
                <a:spcPts val="0"/>
              </a:spcBef>
              <a:spcAft>
                <a:spcPts val="0"/>
              </a:spcAft>
              <a:buSzPts val="3200"/>
              <a:buNone/>
              <a:defRPr b="1" sz="3200"/>
            </a:lvl3pPr>
            <a:lvl4pPr lvl="3">
              <a:spcBef>
                <a:spcPts val="0"/>
              </a:spcBef>
              <a:spcAft>
                <a:spcPts val="0"/>
              </a:spcAft>
              <a:buSzPts val="3200"/>
              <a:buNone/>
              <a:defRPr b="1" sz="3200"/>
            </a:lvl4pPr>
            <a:lvl5pPr lvl="4">
              <a:spcBef>
                <a:spcPts val="0"/>
              </a:spcBef>
              <a:spcAft>
                <a:spcPts val="0"/>
              </a:spcAft>
              <a:buSzPts val="3200"/>
              <a:buNone/>
              <a:defRPr b="1" sz="3200"/>
            </a:lvl5pPr>
            <a:lvl6pPr lvl="5">
              <a:spcBef>
                <a:spcPts val="0"/>
              </a:spcBef>
              <a:spcAft>
                <a:spcPts val="0"/>
              </a:spcAft>
              <a:buSzPts val="3200"/>
              <a:buNone/>
              <a:defRPr b="1" sz="3200"/>
            </a:lvl6pPr>
            <a:lvl7pPr lvl="6">
              <a:spcBef>
                <a:spcPts val="0"/>
              </a:spcBef>
              <a:spcAft>
                <a:spcPts val="0"/>
              </a:spcAft>
              <a:buSzPts val="3200"/>
              <a:buNone/>
              <a:defRPr b="1" sz="3200"/>
            </a:lvl7pPr>
            <a:lvl8pPr lvl="7">
              <a:spcBef>
                <a:spcPts val="0"/>
              </a:spcBef>
              <a:spcAft>
                <a:spcPts val="0"/>
              </a:spcAft>
              <a:buSzPts val="3200"/>
              <a:buNone/>
              <a:defRPr b="1" sz="3200"/>
            </a:lvl8pPr>
            <a:lvl9pPr lvl="8">
              <a:spcBef>
                <a:spcPts val="0"/>
              </a:spcBef>
              <a:spcAft>
                <a:spcPts val="0"/>
              </a:spcAft>
              <a:buSzPts val="3200"/>
              <a:buNone/>
              <a:defRPr b="1" sz="3200"/>
            </a:lvl9pPr>
          </a:lstStyle>
          <a:p/>
        </p:txBody>
      </p:sp>
      <p:sp>
        <p:nvSpPr>
          <p:cNvPr id="8" name="Google Shape;8;p1"/>
          <p:cNvSpPr txBox="1"/>
          <p:nvPr>
            <p:ph idx="2" type="body"/>
          </p:nvPr>
        </p:nvSpPr>
        <p:spPr>
          <a:xfrm>
            <a:off x="4734300" y="2046025"/>
            <a:ext cx="3512400" cy="20688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guide id="21" orient="horz" pos="162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7" name="Shape 487"/>
        <p:cNvGrpSpPr/>
        <p:nvPr/>
      </p:nvGrpSpPr>
      <p:grpSpPr>
        <a:xfrm>
          <a:off x="0" y="0"/>
          <a:ext cx="0" cy="0"/>
          <a:chOff x="0" y="0"/>
          <a:chExt cx="0" cy="0"/>
        </a:xfrm>
      </p:grpSpPr>
      <p:sp>
        <p:nvSpPr>
          <p:cNvPr id="488" name="Google Shape;488;p43"/>
          <p:cNvSpPr txBox="1"/>
          <p:nvPr>
            <p:ph type="title"/>
          </p:nvPr>
        </p:nvSpPr>
        <p:spPr>
          <a:xfrm>
            <a:off x="228600" y="457200"/>
            <a:ext cx="8686800" cy="165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accent1"/>
                </a:solidFill>
              </a:rPr>
              <a:t>Seattle Parks</a:t>
            </a:r>
            <a:br>
              <a:rPr lang="en">
                <a:solidFill>
                  <a:schemeClr val="accent1"/>
                </a:solidFill>
              </a:rPr>
            </a:br>
            <a:r>
              <a:rPr lang="en">
                <a:solidFill>
                  <a:schemeClr val="dk1"/>
                </a:solidFill>
              </a:rPr>
              <a:t>Feature Explorer</a:t>
            </a:r>
            <a:endParaRPr>
              <a:solidFill>
                <a:schemeClr val="dk1"/>
              </a:solidFill>
            </a:endParaRPr>
          </a:p>
        </p:txBody>
      </p:sp>
      <p:pic>
        <p:nvPicPr>
          <p:cNvPr id="489" name="Google Shape;489;p43" title="OverlookWalkRibbonCutting-Brandon-Patoc_0148-2160x1440.jpg"/>
          <p:cNvPicPr preferRelativeResize="0"/>
          <p:nvPr>
            <p:ph idx="5" type="pic"/>
          </p:nvPr>
        </p:nvPicPr>
        <p:blipFill rotWithShape="1">
          <a:blip r:embed="rId3">
            <a:alphaModFix/>
          </a:blip>
          <a:srcRect b="27963" l="0" r="0" t="27967"/>
          <a:stretch/>
        </p:blipFill>
        <p:spPr>
          <a:xfrm>
            <a:off x="976800" y="2569464"/>
            <a:ext cx="7190400" cy="2112000"/>
          </a:xfrm>
          <a:prstGeom prst="roundRect">
            <a:avLst>
              <a:gd fmla="val 16667" name="adj"/>
            </a:avLst>
          </a:prstGeom>
        </p:spPr>
      </p:pic>
      <p:sp>
        <p:nvSpPr>
          <p:cNvPr id="490" name="Google Shape;490;p43"/>
          <p:cNvSpPr txBox="1"/>
          <p:nvPr>
            <p:ph idx="4" type="subTitle"/>
          </p:nvPr>
        </p:nvSpPr>
        <p:spPr>
          <a:xfrm>
            <a:off x="345600" y="230200"/>
            <a:ext cx="1752600" cy="6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accent6"/>
                </a:solidFill>
              </a:rPr>
              <a:t>Michael Gov</a:t>
            </a:r>
            <a:endParaRPr>
              <a:solidFill>
                <a:schemeClr val="accent6"/>
              </a:solidFill>
            </a:endParaRPr>
          </a:p>
        </p:txBody>
      </p:sp>
      <p:sp>
        <p:nvSpPr>
          <p:cNvPr id="491" name="Google Shape;491;p43"/>
          <p:cNvSpPr txBox="1"/>
          <p:nvPr>
            <p:ph idx="2" type="subTitle"/>
          </p:nvPr>
        </p:nvSpPr>
        <p:spPr>
          <a:xfrm>
            <a:off x="7566000" y="230200"/>
            <a:ext cx="1232400" cy="68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accent6"/>
                </a:solidFill>
              </a:rPr>
              <a:t>IMT 542</a:t>
            </a:r>
            <a:endParaRPr>
              <a:solidFill>
                <a:schemeClr val="accent6"/>
              </a:solidFill>
            </a:endParaRPr>
          </a:p>
        </p:txBody>
      </p:sp>
      <p:sp>
        <p:nvSpPr>
          <p:cNvPr id="492" name="Google Shape;492;p43"/>
          <p:cNvSpPr txBox="1"/>
          <p:nvPr/>
        </p:nvSpPr>
        <p:spPr>
          <a:xfrm>
            <a:off x="181650" y="1895400"/>
            <a:ext cx="8686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Inter Medium"/>
                <a:ea typeface="Inter Medium"/>
                <a:cs typeface="Inter Medium"/>
                <a:sym typeface="Inter Medium"/>
              </a:rPr>
              <a:t>Making Seattle’s park data more accessible</a:t>
            </a:r>
            <a:endParaRPr>
              <a:solidFill>
                <a:schemeClr val="dk1"/>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4"/>
          <p:cNvSpPr/>
          <p:nvPr/>
        </p:nvSpPr>
        <p:spPr>
          <a:xfrm>
            <a:off x="228600" y="1083150"/>
            <a:ext cx="3804300" cy="14886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498" name="Google Shape;498;p44"/>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Information Story</a:t>
            </a:r>
            <a:endParaRPr/>
          </a:p>
        </p:txBody>
      </p:sp>
      <p:pic>
        <p:nvPicPr>
          <p:cNvPr id="499" name="Google Shape;499;p44"/>
          <p:cNvPicPr preferRelativeResize="0"/>
          <p:nvPr/>
        </p:nvPicPr>
        <p:blipFill>
          <a:blip r:embed="rId3">
            <a:alphaModFix/>
          </a:blip>
          <a:stretch>
            <a:fillRect/>
          </a:stretch>
        </p:blipFill>
        <p:spPr>
          <a:xfrm>
            <a:off x="4596450" y="1083138"/>
            <a:ext cx="4247100" cy="2977200"/>
          </a:xfrm>
          <a:prstGeom prst="roundRect">
            <a:avLst>
              <a:gd fmla="val 16667" name="adj"/>
            </a:avLst>
          </a:prstGeom>
          <a:noFill/>
          <a:ln>
            <a:noFill/>
          </a:ln>
        </p:spPr>
      </p:pic>
      <p:pic>
        <p:nvPicPr>
          <p:cNvPr id="500" name="Google Shape;500;p44"/>
          <p:cNvPicPr preferRelativeResize="0"/>
          <p:nvPr/>
        </p:nvPicPr>
        <p:blipFill>
          <a:blip r:embed="rId4">
            <a:alphaModFix/>
          </a:blip>
          <a:stretch>
            <a:fillRect/>
          </a:stretch>
        </p:blipFill>
        <p:spPr>
          <a:xfrm>
            <a:off x="1356338" y="2923463"/>
            <a:ext cx="1699475" cy="1699475"/>
          </a:xfrm>
          <a:prstGeom prst="rect">
            <a:avLst/>
          </a:prstGeom>
          <a:noFill/>
          <a:ln>
            <a:noFill/>
          </a:ln>
        </p:spPr>
      </p:pic>
      <p:sp>
        <p:nvSpPr>
          <p:cNvPr id="501" name="Google Shape;501;p44"/>
          <p:cNvSpPr txBox="1"/>
          <p:nvPr/>
        </p:nvSpPr>
        <p:spPr>
          <a:xfrm>
            <a:off x="303925" y="1093500"/>
            <a:ext cx="38043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Inter"/>
                <a:ea typeface="Inter"/>
                <a:cs typeface="Inter"/>
                <a:sym typeface="Inter"/>
              </a:rPr>
              <a:t>Target user</a:t>
            </a:r>
            <a:endParaRPr b="1" sz="1600">
              <a:solidFill>
                <a:schemeClr val="lt1"/>
              </a:solidFill>
              <a:latin typeface="Inter"/>
              <a:ea typeface="Inter"/>
              <a:cs typeface="Inter"/>
              <a:sym typeface="Inter"/>
            </a:endParaRPr>
          </a:p>
          <a:p>
            <a:pPr indent="0" lvl="0" marL="0" rtl="0" algn="l">
              <a:spcBef>
                <a:spcPts val="0"/>
              </a:spcBef>
              <a:spcAft>
                <a:spcPts val="0"/>
              </a:spcAft>
              <a:buNone/>
            </a:pPr>
            <a:r>
              <a:rPr lang="en" sz="1600">
                <a:solidFill>
                  <a:schemeClr val="lt1"/>
                </a:solidFill>
                <a:latin typeface="Inter"/>
                <a:ea typeface="Inter"/>
                <a:cs typeface="Inter"/>
                <a:sym typeface="Inter"/>
              </a:rPr>
              <a:t>Seattle residents, visitors, or community members who want to quickly find parks based on location and available amenities. </a:t>
            </a:r>
            <a:endParaRPr sz="1900">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05" name="Shape 505"/>
        <p:cNvGrpSpPr/>
        <p:nvPr/>
      </p:nvGrpSpPr>
      <p:grpSpPr>
        <a:xfrm>
          <a:off x="0" y="0"/>
          <a:ext cx="0" cy="0"/>
          <a:chOff x="0" y="0"/>
          <a:chExt cx="0" cy="0"/>
        </a:xfrm>
      </p:grpSpPr>
      <p:sp>
        <p:nvSpPr>
          <p:cNvPr id="506" name="Google Shape;506;p45"/>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Information Story</a:t>
            </a:r>
            <a:endParaRPr/>
          </a:p>
        </p:txBody>
      </p:sp>
      <p:pic>
        <p:nvPicPr>
          <p:cNvPr id="507" name="Google Shape;507;p45"/>
          <p:cNvPicPr preferRelativeResize="0"/>
          <p:nvPr/>
        </p:nvPicPr>
        <p:blipFill rotWithShape="1">
          <a:blip r:embed="rId3">
            <a:alphaModFix/>
          </a:blip>
          <a:srcRect b="12541" l="6955" r="6964" t="12541"/>
          <a:stretch/>
        </p:blipFill>
        <p:spPr>
          <a:xfrm>
            <a:off x="4098450" y="1895400"/>
            <a:ext cx="4905300" cy="2491200"/>
          </a:xfrm>
          <a:prstGeom prst="roundRect">
            <a:avLst>
              <a:gd fmla="val 16667" name="adj"/>
            </a:avLst>
          </a:prstGeom>
          <a:solidFill>
            <a:schemeClr val="dk1"/>
          </a:solidFill>
          <a:ln>
            <a:noFill/>
          </a:ln>
        </p:spPr>
      </p:pic>
      <p:sp>
        <p:nvSpPr>
          <p:cNvPr id="508" name="Google Shape;508;p45"/>
          <p:cNvSpPr/>
          <p:nvPr/>
        </p:nvSpPr>
        <p:spPr>
          <a:xfrm>
            <a:off x="4618951" y="3424577"/>
            <a:ext cx="4384800" cy="1613100"/>
          </a:xfrm>
          <a:prstGeom prst="roundRect">
            <a:avLst>
              <a:gd fmla="val 13017" name="adj"/>
            </a:avLst>
          </a:prstGeom>
          <a:solidFill>
            <a:schemeClr val="dk1"/>
          </a:solidFill>
          <a:ln>
            <a:noFill/>
          </a:ln>
        </p:spPr>
        <p:txBody>
          <a:bodyPr anchorCtr="0" anchor="ctr" bIns="79250" lIns="79250" spcFirstLastPara="1" rIns="79250" wrap="square" tIns="79250">
            <a:noAutofit/>
          </a:bodyPr>
          <a:lstStyle/>
          <a:p>
            <a:pPr indent="0" lvl="0" marL="0" rtl="0" algn="l">
              <a:spcBef>
                <a:spcPts val="0"/>
              </a:spcBef>
              <a:spcAft>
                <a:spcPts val="0"/>
              </a:spcAft>
              <a:buNone/>
            </a:pPr>
            <a:r>
              <a:t/>
            </a:r>
            <a:endParaRPr sz="1214">
              <a:solidFill>
                <a:schemeClr val="lt1"/>
              </a:solidFill>
              <a:latin typeface="Afacad Flux"/>
              <a:ea typeface="Afacad Flux"/>
              <a:cs typeface="Afacad Flux"/>
              <a:sym typeface="Afacad Flux"/>
            </a:endParaRPr>
          </a:p>
        </p:txBody>
      </p:sp>
      <p:sp>
        <p:nvSpPr>
          <p:cNvPr id="509" name="Google Shape;509;p45"/>
          <p:cNvSpPr txBox="1"/>
          <p:nvPr>
            <p:ph idx="4294967295" type="subTitle"/>
          </p:nvPr>
        </p:nvSpPr>
        <p:spPr>
          <a:xfrm>
            <a:off x="4618950" y="3424575"/>
            <a:ext cx="4384800" cy="1613100"/>
          </a:xfrm>
          <a:prstGeom prst="rect">
            <a:avLst/>
          </a:prstGeom>
        </p:spPr>
        <p:txBody>
          <a:bodyPr anchorCtr="0" anchor="ctr" bIns="79250" lIns="79250" spcFirstLastPara="1" rIns="79250" wrap="square" tIns="79250">
            <a:noAutofit/>
          </a:bodyPr>
          <a:lstStyle/>
          <a:p>
            <a:pPr indent="0" lvl="0" marL="0" rtl="0" algn="ctr">
              <a:spcBef>
                <a:spcPts val="0"/>
              </a:spcBef>
              <a:spcAft>
                <a:spcPts val="0"/>
              </a:spcAft>
              <a:buNone/>
            </a:pPr>
            <a:r>
              <a:rPr lang="en" sz="1994">
                <a:latin typeface="Inter Medium"/>
                <a:ea typeface="Inter Medium"/>
                <a:cs typeface="Inter Medium"/>
                <a:sym typeface="Inter Medium"/>
              </a:rPr>
              <a:t>Seattle’s park information </a:t>
            </a:r>
            <a:r>
              <a:rPr b="1" lang="en" sz="1994"/>
              <a:t>exists,</a:t>
            </a:r>
            <a:r>
              <a:rPr lang="en" sz="1994">
                <a:latin typeface="Inter Medium"/>
                <a:ea typeface="Inter Medium"/>
                <a:cs typeface="Inter Medium"/>
                <a:sym typeface="Inter Medium"/>
              </a:rPr>
              <a:t> but it is </a:t>
            </a:r>
            <a:r>
              <a:rPr b="1" lang="en" sz="1994"/>
              <a:t>not accessible</a:t>
            </a:r>
            <a:r>
              <a:rPr lang="en" sz="1994">
                <a:latin typeface="Inter Medium"/>
                <a:ea typeface="Inter Medium"/>
                <a:cs typeface="Inter Medium"/>
                <a:sym typeface="Inter Medium"/>
              </a:rPr>
              <a:t> for everyday users to explore.</a:t>
            </a:r>
            <a:endParaRPr sz="1994">
              <a:latin typeface="Inter Medium"/>
              <a:ea typeface="Inter Medium"/>
              <a:cs typeface="Inter Medium"/>
              <a:sym typeface="Inter Medium"/>
            </a:endParaRPr>
          </a:p>
        </p:txBody>
      </p:sp>
      <p:pic>
        <p:nvPicPr>
          <p:cNvPr id="510" name="Google Shape;510;p45"/>
          <p:cNvPicPr preferRelativeResize="0"/>
          <p:nvPr/>
        </p:nvPicPr>
        <p:blipFill rotWithShape="1">
          <a:blip r:embed="rId4">
            <a:alphaModFix/>
          </a:blip>
          <a:srcRect b="0" l="0" r="35650" t="0"/>
          <a:stretch/>
        </p:blipFill>
        <p:spPr>
          <a:xfrm>
            <a:off x="298650" y="1305500"/>
            <a:ext cx="4250100" cy="2313900"/>
          </a:xfrm>
          <a:prstGeom prst="roundRect">
            <a:avLst>
              <a:gd fmla="val 16667" name="adj"/>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6"/>
          <p:cNvSpPr/>
          <p:nvPr/>
        </p:nvSpPr>
        <p:spPr>
          <a:xfrm>
            <a:off x="6446825" y="4010525"/>
            <a:ext cx="2266500" cy="6732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516" name="Google Shape;516;p46"/>
          <p:cNvSpPr/>
          <p:nvPr/>
        </p:nvSpPr>
        <p:spPr>
          <a:xfrm>
            <a:off x="3388250" y="3989375"/>
            <a:ext cx="2266500" cy="6732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517" name="Google Shape;517;p46"/>
          <p:cNvSpPr/>
          <p:nvPr/>
        </p:nvSpPr>
        <p:spPr>
          <a:xfrm>
            <a:off x="329675" y="3989375"/>
            <a:ext cx="2266500" cy="6732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518" name="Google Shape;518;p46"/>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 Focus</a:t>
            </a:r>
            <a:endParaRPr/>
          </a:p>
        </p:txBody>
      </p:sp>
      <p:sp>
        <p:nvSpPr>
          <p:cNvPr id="519" name="Google Shape;519;p46"/>
          <p:cNvSpPr/>
          <p:nvPr/>
        </p:nvSpPr>
        <p:spPr>
          <a:xfrm>
            <a:off x="228609" y="1130400"/>
            <a:ext cx="2997300" cy="1860600"/>
          </a:xfrm>
          <a:prstGeom prst="roundRect">
            <a:avLst>
              <a:gd fmla="val 1301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520" name="Google Shape;520;p46"/>
          <p:cNvSpPr txBox="1"/>
          <p:nvPr>
            <p:ph idx="4294967295" type="subTitle"/>
          </p:nvPr>
        </p:nvSpPr>
        <p:spPr>
          <a:xfrm>
            <a:off x="228600" y="1130400"/>
            <a:ext cx="2997300" cy="1860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7200">
                <a:latin typeface="Inter ExtraBold"/>
                <a:ea typeface="Inter ExtraBold"/>
                <a:cs typeface="Inter ExtraBold"/>
                <a:sym typeface="Inter ExtraBold"/>
              </a:rPr>
              <a:t>Goal:</a:t>
            </a:r>
            <a:endParaRPr sz="7200">
              <a:latin typeface="Inter ExtraBold"/>
              <a:ea typeface="Inter ExtraBold"/>
              <a:cs typeface="Inter ExtraBold"/>
              <a:sym typeface="Inter ExtraBold"/>
            </a:endParaRPr>
          </a:p>
        </p:txBody>
      </p:sp>
      <p:sp>
        <p:nvSpPr>
          <p:cNvPr id="521" name="Google Shape;521;p46"/>
          <p:cNvSpPr/>
          <p:nvPr/>
        </p:nvSpPr>
        <p:spPr>
          <a:xfrm>
            <a:off x="3655774" y="1130400"/>
            <a:ext cx="5057400" cy="18606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522" name="Google Shape;522;p46"/>
          <p:cNvSpPr txBox="1"/>
          <p:nvPr>
            <p:ph idx="4294967295" type="subTitle"/>
          </p:nvPr>
        </p:nvSpPr>
        <p:spPr>
          <a:xfrm>
            <a:off x="3955325" y="1130400"/>
            <a:ext cx="4458300" cy="18606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2400">
                <a:latin typeface="Inter Medium"/>
                <a:ea typeface="Inter Medium"/>
                <a:cs typeface="Inter Medium"/>
                <a:sym typeface="Inter Medium"/>
              </a:rPr>
              <a:t>Create a tool to make Seattle’s park and feature information portable and accessible</a:t>
            </a:r>
            <a:endParaRPr sz="2400">
              <a:latin typeface="Inter Medium"/>
              <a:ea typeface="Inter Medium"/>
              <a:cs typeface="Inter Medium"/>
              <a:sym typeface="Inter Medium"/>
            </a:endParaRPr>
          </a:p>
        </p:txBody>
      </p:sp>
      <p:sp>
        <p:nvSpPr>
          <p:cNvPr id="523" name="Google Shape;523;p46"/>
          <p:cNvSpPr txBox="1"/>
          <p:nvPr>
            <p:ph idx="4294967295" type="subTitle"/>
          </p:nvPr>
        </p:nvSpPr>
        <p:spPr>
          <a:xfrm>
            <a:off x="329700" y="3113875"/>
            <a:ext cx="8484600" cy="557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2400">
                <a:latin typeface="Inter Medium"/>
                <a:ea typeface="Inter Medium"/>
                <a:cs typeface="Inter Medium"/>
                <a:sym typeface="Inter Medium"/>
              </a:rPr>
              <a:t>Demonstrate portability via </a:t>
            </a:r>
            <a:r>
              <a:rPr b="1" lang="en" sz="2400"/>
              <a:t>VISUALIZATION</a:t>
            </a:r>
            <a:endParaRPr b="1" sz="2400"/>
          </a:p>
        </p:txBody>
      </p:sp>
      <p:sp>
        <p:nvSpPr>
          <p:cNvPr id="524" name="Google Shape;524;p46"/>
          <p:cNvSpPr txBox="1"/>
          <p:nvPr/>
        </p:nvSpPr>
        <p:spPr>
          <a:xfrm>
            <a:off x="329675" y="3981950"/>
            <a:ext cx="2266500" cy="67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2"/>
                </a:solidFill>
                <a:latin typeface="Inter Medium"/>
                <a:ea typeface="Inter Medium"/>
                <a:cs typeface="Inter Medium"/>
                <a:sym typeface="Inter Medium"/>
              </a:rPr>
              <a:t>Gather open-source </a:t>
            </a:r>
            <a:br>
              <a:rPr lang="en">
                <a:solidFill>
                  <a:schemeClr val="dk2"/>
                </a:solidFill>
                <a:latin typeface="Inter Medium"/>
                <a:ea typeface="Inter Medium"/>
                <a:cs typeface="Inter Medium"/>
                <a:sym typeface="Inter Medium"/>
              </a:rPr>
            </a:br>
            <a:r>
              <a:rPr lang="en">
                <a:solidFill>
                  <a:schemeClr val="dk2"/>
                </a:solidFill>
                <a:latin typeface="Inter Medium"/>
                <a:ea typeface="Inter Medium"/>
                <a:cs typeface="Inter Medium"/>
                <a:sym typeface="Inter Medium"/>
              </a:rPr>
              <a:t>city data</a:t>
            </a:r>
            <a:endParaRPr>
              <a:solidFill>
                <a:schemeClr val="lt1"/>
              </a:solidFill>
              <a:latin typeface="Inter"/>
              <a:ea typeface="Inter"/>
              <a:cs typeface="Inter"/>
              <a:sym typeface="Inter"/>
            </a:endParaRPr>
          </a:p>
        </p:txBody>
      </p:sp>
      <p:sp>
        <p:nvSpPr>
          <p:cNvPr id="525" name="Google Shape;525;p46"/>
          <p:cNvSpPr txBox="1"/>
          <p:nvPr/>
        </p:nvSpPr>
        <p:spPr>
          <a:xfrm>
            <a:off x="3388250" y="3981950"/>
            <a:ext cx="2266500" cy="67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Inter Medium"/>
                <a:ea typeface="Inter Medium"/>
                <a:cs typeface="Inter Medium"/>
                <a:sym typeface="Inter Medium"/>
              </a:rPr>
              <a:t>Visualize data through an accessible platform</a:t>
            </a:r>
            <a:endParaRPr>
              <a:solidFill>
                <a:schemeClr val="lt1"/>
              </a:solidFill>
              <a:latin typeface="Inter"/>
              <a:ea typeface="Inter"/>
              <a:cs typeface="Inter"/>
              <a:sym typeface="Inter"/>
            </a:endParaRPr>
          </a:p>
        </p:txBody>
      </p:sp>
      <p:sp>
        <p:nvSpPr>
          <p:cNvPr id="526" name="Google Shape;526;p46"/>
          <p:cNvSpPr txBox="1"/>
          <p:nvPr/>
        </p:nvSpPr>
        <p:spPr>
          <a:xfrm>
            <a:off x="6446813" y="3981950"/>
            <a:ext cx="2266500" cy="67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Inter Medium"/>
                <a:ea typeface="Inter Medium"/>
                <a:cs typeface="Inter Medium"/>
                <a:sym typeface="Inter Medium"/>
              </a:rPr>
              <a:t>Allow the data to be interactive via map</a:t>
            </a:r>
            <a:endParaRPr>
              <a:solidFill>
                <a:schemeClr val="lt1"/>
              </a:solidFill>
              <a:latin typeface="Inter"/>
              <a:ea typeface="Inter"/>
              <a:cs typeface="Inter"/>
              <a:sym typeface="Inter"/>
            </a:endParaRPr>
          </a:p>
        </p:txBody>
      </p:sp>
      <p:cxnSp>
        <p:nvCxnSpPr>
          <p:cNvPr id="527" name="Google Shape;527;p46"/>
          <p:cNvCxnSpPr/>
          <p:nvPr/>
        </p:nvCxnSpPr>
        <p:spPr>
          <a:xfrm flipH="1">
            <a:off x="2028000" y="3656375"/>
            <a:ext cx="245700" cy="322800"/>
          </a:xfrm>
          <a:prstGeom prst="straightConnector1">
            <a:avLst/>
          </a:prstGeom>
          <a:noFill/>
          <a:ln cap="flat" cmpd="sng" w="28575">
            <a:solidFill>
              <a:schemeClr val="dk2"/>
            </a:solidFill>
            <a:prstDash val="solid"/>
            <a:round/>
            <a:headEnd len="med" w="med" type="none"/>
            <a:tailEnd len="med" w="med" type="triangle"/>
          </a:ln>
        </p:spPr>
      </p:cxnSp>
      <p:cxnSp>
        <p:nvCxnSpPr>
          <p:cNvPr id="528" name="Google Shape;528;p46"/>
          <p:cNvCxnSpPr>
            <a:endCxn id="525" idx="0"/>
          </p:cNvCxnSpPr>
          <p:nvPr/>
        </p:nvCxnSpPr>
        <p:spPr>
          <a:xfrm>
            <a:off x="4516700" y="3668750"/>
            <a:ext cx="4800" cy="313200"/>
          </a:xfrm>
          <a:prstGeom prst="straightConnector1">
            <a:avLst/>
          </a:prstGeom>
          <a:noFill/>
          <a:ln cap="flat" cmpd="sng" w="28575">
            <a:solidFill>
              <a:schemeClr val="dk2"/>
            </a:solidFill>
            <a:prstDash val="solid"/>
            <a:round/>
            <a:headEnd len="med" w="med" type="none"/>
            <a:tailEnd len="med" w="med" type="triangle"/>
          </a:ln>
        </p:spPr>
      </p:cxnSp>
      <p:cxnSp>
        <p:nvCxnSpPr>
          <p:cNvPr id="529" name="Google Shape;529;p46"/>
          <p:cNvCxnSpPr/>
          <p:nvPr/>
        </p:nvCxnSpPr>
        <p:spPr>
          <a:xfrm>
            <a:off x="6969875" y="3658800"/>
            <a:ext cx="136200" cy="3204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7"/>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Requirements &amp; Scope</a:t>
            </a:r>
            <a:endParaRPr/>
          </a:p>
        </p:txBody>
      </p:sp>
      <p:sp>
        <p:nvSpPr>
          <p:cNvPr id="535" name="Google Shape;535;p47"/>
          <p:cNvSpPr/>
          <p:nvPr/>
        </p:nvSpPr>
        <p:spPr>
          <a:xfrm>
            <a:off x="355200" y="1222200"/>
            <a:ext cx="2634900" cy="34614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solidFill>
                <a:schemeClr val="lt1"/>
              </a:solidFill>
              <a:latin typeface="Afacad Flux"/>
              <a:ea typeface="Afacad Flux"/>
              <a:cs typeface="Afacad Flux"/>
              <a:sym typeface="Afacad Flux"/>
            </a:endParaRPr>
          </a:p>
        </p:txBody>
      </p:sp>
      <p:sp>
        <p:nvSpPr>
          <p:cNvPr id="536" name="Google Shape;536;p47"/>
          <p:cNvSpPr/>
          <p:nvPr/>
        </p:nvSpPr>
        <p:spPr>
          <a:xfrm>
            <a:off x="3301500" y="1222200"/>
            <a:ext cx="2634900" cy="34614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537" name="Google Shape;537;p47"/>
          <p:cNvSpPr/>
          <p:nvPr/>
        </p:nvSpPr>
        <p:spPr>
          <a:xfrm>
            <a:off x="6247800" y="1222200"/>
            <a:ext cx="2634900" cy="34614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538" name="Google Shape;538;p47"/>
          <p:cNvSpPr txBox="1"/>
          <p:nvPr/>
        </p:nvSpPr>
        <p:spPr>
          <a:xfrm>
            <a:off x="355200" y="1222200"/>
            <a:ext cx="26349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chemeClr val="lt1"/>
                </a:solidFill>
                <a:latin typeface="Afacad Flux"/>
                <a:ea typeface="Afacad Flux"/>
                <a:cs typeface="Afacad Flux"/>
                <a:sym typeface="Afacad Flux"/>
              </a:rPr>
              <a:t>Requirements</a:t>
            </a:r>
            <a:endParaRPr b="1" sz="2600">
              <a:solidFill>
                <a:schemeClr val="lt1"/>
              </a:solidFill>
              <a:latin typeface="Afacad Flux"/>
              <a:ea typeface="Afacad Flux"/>
              <a:cs typeface="Afacad Flux"/>
              <a:sym typeface="Afacad Flux"/>
            </a:endParaRPr>
          </a:p>
        </p:txBody>
      </p:sp>
      <p:sp>
        <p:nvSpPr>
          <p:cNvPr id="539" name="Google Shape;539;p47"/>
          <p:cNvSpPr txBox="1"/>
          <p:nvPr/>
        </p:nvSpPr>
        <p:spPr>
          <a:xfrm>
            <a:off x="3301500" y="1222200"/>
            <a:ext cx="26349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chemeClr val="lt1"/>
                </a:solidFill>
                <a:latin typeface="Afacad Flux"/>
                <a:ea typeface="Afacad Flux"/>
                <a:cs typeface="Afacad Flux"/>
                <a:sym typeface="Afacad Flux"/>
              </a:rPr>
              <a:t>Scope</a:t>
            </a:r>
            <a:endParaRPr b="1" sz="2600">
              <a:solidFill>
                <a:schemeClr val="lt1"/>
              </a:solidFill>
              <a:latin typeface="Afacad Flux"/>
              <a:ea typeface="Afacad Flux"/>
              <a:cs typeface="Afacad Flux"/>
              <a:sym typeface="Afacad Flux"/>
            </a:endParaRPr>
          </a:p>
        </p:txBody>
      </p:sp>
      <p:sp>
        <p:nvSpPr>
          <p:cNvPr id="540" name="Google Shape;540;p47"/>
          <p:cNvSpPr txBox="1"/>
          <p:nvPr/>
        </p:nvSpPr>
        <p:spPr>
          <a:xfrm>
            <a:off x="6247800" y="1222200"/>
            <a:ext cx="26349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chemeClr val="lt1"/>
                </a:solidFill>
                <a:latin typeface="Afacad Flux"/>
                <a:ea typeface="Afacad Flux"/>
                <a:cs typeface="Afacad Flux"/>
                <a:sym typeface="Afacad Flux"/>
              </a:rPr>
              <a:t>Not Included</a:t>
            </a:r>
            <a:endParaRPr b="1" sz="2600">
              <a:solidFill>
                <a:schemeClr val="lt1"/>
              </a:solidFill>
              <a:latin typeface="Afacad Flux"/>
              <a:ea typeface="Afacad Flux"/>
              <a:cs typeface="Afacad Flux"/>
              <a:sym typeface="Afacad Flux"/>
            </a:endParaRPr>
          </a:p>
        </p:txBody>
      </p:sp>
      <p:sp>
        <p:nvSpPr>
          <p:cNvPr id="541" name="Google Shape;541;p47"/>
          <p:cNvSpPr txBox="1"/>
          <p:nvPr/>
        </p:nvSpPr>
        <p:spPr>
          <a:xfrm>
            <a:off x="458175" y="1791600"/>
            <a:ext cx="2399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Search by park name or address</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Filter for specific descriptors</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Display park details,</a:t>
            </a:r>
            <a:r>
              <a:rPr lang="en" sz="1600">
                <a:latin typeface="Inter"/>
                <a:ea typeface="Inter"/>
                <a:cs typeface="Inter"/>
                <a:sym typeface="Inter"/>
              </a:rPr>
              <a:t> coordinates, and features via map</a:t>
            </a:r>
            <a:endParaRPr sz="1600">
              <a:latin typeface="Inter"/>
              <a:ea typeface="Inter"/>
              <a:cs typeface="Inter"/>
              <a:sym typeface="Inter"/>
            </a:endParaRPr>
          </a:p>
        </p:txBody>
      </p:sp>
      <p:sp>
        <p:nvSpPr>
          <p:cNvPr id="542" name="Google Shape;542;p47"/>
          <p:cNvSpPr txBox="1"/>
          <p:nvPr/>
        </p:nvSpPr>
        <p:spPr>
          <a:xfrm>
            <a:off x="3419250" y="1791600"/>
            <a:ext cx="2399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Seattle public parks only</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Uses Seattle Open Data</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p:txBody>
      </p:sp>
      <p:sp>
        <p:nvSpPr>
          <p:cNvPr id="543" name="Google Shape;543;p47"/>
          <p:cNvSpPr txBox="1"/>
          <p:nvPr/>
        </p:nvSpPr>
        <p:spPr>
          <a:xfrm>
            <a:off x="6380325" y="1807200"/>
            <a:ext cx="23994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Real-time conditions</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Live user location</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Park hours or photos</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Full production deployment</a:t>
            </a:r>
            <a:endParaRPr sz="1600">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8"/>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Existing Structures</a:t>
            </a:r>
            <a:endParaRPr/>
          </a:p>
        </p:txBody>
      </p:sp>
      <p:sp>
        <p:nvSpPr>
          <p:cNvPr id="549" name="Google Shape;549;p48"/>
          <p:cNvSpPr txBox="1"/>
          <p:nvPr/>
        </p:nvSpPr>
        <p:spPr>
          <a:xfrm>
            <a:off x="463850" y="944150"/>
            <a:ext cx="418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Inter"/>
                <a:ea typeface="Inter"/>
                <a:cs typeface="Inter"/>
                <a:sym typeface="Inter"/>
              </a:rPr>
              <a:t>Seattle Parks &amp; Recreation Addresses JSON</a:t>
            </a:r>
            <a:endParaRPr b="1">
              <a:latin typeface="Inter"/>
              <a:ea typeface="Inter"/>
              <a:cs typeface="Inter"/>
              <a:sym typeface="Inter"/>
            </a:endParaRPr>
          </a:p>
        </p:txBody>
      </p:sp>
      <p:sp>
        <p:nvSpPr>
          <p:cNvPr id="550" name="Google Shape;550;p48"/>
          <p:cNvSpPr txBox="1"/>
          <p:nvPr/>
        </p:nvSpPr>
        <p:spPr>
          <a:xfrm>
            <a:off x="5081650" y="944150"/>
            <a:ext cx="359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Inter"/>
                <a:ea typeface="Inter"/>
                <a:cs typeface="Inter"/>
                <a:sym typeface="Inter"/>
              </a:rPr>
              <a:t>Seattle Park Features by PMAID JSON</a:t>
            </a:r>
            <a:endParaRPr b="1">
              <a:solidFill>
                <a:schemeClr val="lt1"/>
              </a:solidFill>
              <a:latin typeface="Inter"/>
              <a:ea typeface="Inter"/>
              <a:cs typeface="Inter"/>
              <a:sym typeface="Inter"/>
            </a:endParaRPr>
          </a:p>
        </p:txBody>
      </p:sp>
      <p:pic>
        <p:nvPicPr>
          <p:cNvPr id="551" name="Google Shape;551;p48"/>
          <p:cNvPicPr preferRelativeResize="0"/>
          <p:nvPr/>
        </p:nvPicPr>
        <p:blipFill>
          <a:blip r:embed="rId3">
            <a:alphaModFix/>
          </a:blip>
          <a:stretch>
            <a:fillRect/>
          </a:stretch>
        </p:blipFill>
        <p:spPr>
          <a:xfrm>
            <a:off x="728750" y="1344350"/>
            <a:ext cx="3657600" cy="3429000"/>
          </a:xfrm>
          <a:prstGeom prst="rect">
            <a:avLst/>
          </a:prstGeom>
          <a:noFill/>
          <a:ln>
            <a:noFill/>
          </a:ln>
        </p:spPr>
      </p:pic>
      <p:pic>
        <p:nvPicPr>
          <p:cNvPr id="552" name="Google Shape;552;p48"/>
          <p:cNvPicPr preferRelativeResize="0"/>
          <p:nvPr/>
        </p:nvPicPr>
        <p:blipFill>
          <a:blip r:embed="rId4">
            <a:alphaModFix/>
          </a:blip>
          <a:stretch>
            <a:fillRect/>
          </a:stretch>
        </p:blipFill>
        <p:spPr>
          <a:xfrm>
            <a:off x="4999388" y="1344350"/>
            <a:ext cx="3629025" cy="1885950"/>
          </a:xfrm>
          <a:prstGeom prst="rect">
            <a:avLst/>
          </a:prstGeom>
          <a:noFill/>
          <a:ln>
            <a:noFill/>
          </a:ln>
        </p:spPr>
      </p:pic>
      <p:cxnSp>
        <p:nvCxnSpPr>
          <p:cNvPr id="553" name="Google Shape;553;p48"/>
          <p:cNvCxnSpPr/>
          <p:nvPr/>
        </p:nvCxnSpPr>
        <p:spPr>
          <a:xfrm>
            <a:off x="5397850" y="2736925"/>
            <a:ext cx="2909400" cy="0"/>
          </a:xfrm>
          <a:prstGeom prst="straightConnector1">
            <a:avLst/>
          </a:prstGeom>
          <a:noFill/>
          <a:ln cap="flat" cmpd="sng" w="28575">
            <a:solidFill>
              <a:srgbClr val="980000"/>
            </a:solidFill>
            <a:prstDash val="solid"/>
            <a:round/>
            <a:headEnd len="med" w="med" type="none"/>
            <a:tailEnd len="med" w="med" type="none"/>
          </a:ln>
        </p:spPr>
      </p:cxnSp>
      <p:cxnSp>
        <p:nvCxnSpPr>
          <p:cNvPr id="554" name="Google Shape;554;p48"/>
          <p:cNvCxnSpPr/>
          <p:nvPr/>
        </p:nvCxnSpPr>
        <p:spPr>
          <a:xfrm>
            <a:off x="3725600" y="1512025"/>
            <a:ext cx="655200" cy="0"/>
          </a:xfrm>
          <a:prstGeom prst="straightConnector1">
            <a:avLst/>
          </a:prstGeom>
          <a:noFill/>
          <a:ln cap="flat" cmpd="sng" w="28575">
            <a:solidFill>
              <a:srgbClr val="980000"/>
            </a:solidFill>
            <a:prstDash val="solid"/>
            <a:round/>
            <a:headEnd len="med" w="med" type="none"/>
            <a:tailEnd len="med" w="med" type="none"/>
          </a:ln>
        </p:spPr>
      </p:cxnSp>
      <p:cxnSp>
        <p:nvCxnSpPr>
          <p:cNvPr id="555" name="Google Shape;555;p48"/>
          <p:cNvCxnSpPr/>
          <p:nvPr/>
        </p:nvCxnSpPr>
        <p:spPr>
          <a:xfrm rot="10800000">
            <a:off x="4380725" y="1512025"/>
            <a:ext cx="0" cy="2876700"/>
          </a:xfrm>
          <a:prstGeom prst="straightConnector1">
            <a:avLst/>
          </a:prstGeom>
          <a:noFill/>
          <a:ln cap="flat" cmpd="sng" w="28575">
            <a:solidFill>
              <a:srgbClr val="980000"/>
            </a:solidFill>
            <a:prstDash val="solid"/>
            <a:round/>
            <a:headEnd len="med" w="med" type="none"/>
            <a:tailEnd len="med" w="med" type="none"/>
          </a:ln>
        </p:spPr>
      </p:cxnSp>
      <p:cxnSp>
        <p:nvCxnSpPr>
          <p:cNvPr id="556" name="Google Shape;556;p48"/>
          <p:cNvCxnSpPr/>
          <p:nvPr/>
        </p:nvCxnSpPr>
        <p:spPr>
          <a:xfrm>
            <a:off x="5397850" y="2950375"/>
            <a:ext cx="992400" cy="0"/>
          </a:xfrm>
          <a:prstGeom prst="straightConnector1">
            <a:avLst/>
          </a:prstGeom>
          <a:noFill/>
          <a:ln cap="flat" cmpd="sng" w="28575">
            <a:solidFill>
              <a:srgbClr val="980000"/>
            </a:solidFill>
            <a:prstDash val="solid"/>
            <a:round/>
            <a:headEnd len="med" w="med" type="none"/>
            <a:tailEnd len="med" w="med" type="none"/>
          </a:ln>
        </p:spPr>
      </p:cxnSp>
      <p:cxnSp>
        <p:nvCxnSpPr>
          <p:cNvPr id="557" name="Google Shape;557;p48"/>
          <p:cNvCxnSpPr/>
          <p:nvPr/>
        </p:nvCxnSpPr>
        <p:spPr>
          <a:xfrm>
            <a:off x="3725600" y="4388725"/>
            <a:ext cx="655200" cy="0"/>
          </a:xfrm>
          <a:prstGeom prst="straightConnector1">
            <a:avLst/>
          </a:prstGeom>
          <a:noFill/>
          <a:ln cap="flat" cmpd="sng" w="28575">
            <a:solidFill>
              <a:srgbClr val="980000"/>
            </a:solidFill>
            <a:prstDash val="solid"/>
            <a:round/>
            <a:headEnd len="med" w="med" type="none"/>
            <a:tailEnd len="med" w="med" type="none"/>
          </a:ln>
        </p:spPr>
      </p:cxnSp>
      <p:cxnSp>
        <p:nvCxnSpPr>
          <p:cNvPr id="558" name="Google Shape;558;p48"/>
          <p:cNvCxnSpPr/>
          <p:nvPr/>
        </p:nvCxnSpPr>
        <p:spPr>
          <a:xfrm>
            <a:off x="1077125" y="2511975"/>
            <a:ext cx="992400" cy="0"/>
          </a:xfrm>
          <a:prstGeom prst="straightConnector1">
            <a:avLst/>
          </a:prstGeom>
          <a:noFill/>
          <a:ln cap="flat" cmpd="sng" w="28575">
            <a:solidFill>
              <a:srgbClr val="9800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62" name="Shape 562"/>
        <p:cNvGrpSpPr/>
        <p:nvPr/>
      </p:nvGrpSpPr>
      <p:grpSpPr>
        <a:xfrm>
          <a:off x="0" y="0"/>
          <a:ext cx="0" cy="0"/>
          <a:chOff x="0" y="0"/>
          <a:chExt cx="0" cy="0"/>
        </a:xfrm>
      </p:grpSpPr>
      <p:sp>
        <p:nvSpPr>
          <p:cNvPr id="563" name="Google Shape;563;p49"/>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Structure Improvements</a:t>
            </a:r>
            <a:endParaRPr/>
          </a:p>
        </p:txBody>
      </p:sp>
      <p:sp>
        <p:nvSpPr>
          <p:cNvPr id="564" name="Google Shape;564;p49"/>
          <p:cNvSpPr/>
          <p:nvPr/>
        </p:nvSpPr>
        <p:spPr>
          <a:xfrm>
            <a:off x="422000" y="1130400"/>
            <a:ext cx="2732700" cy="3781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lt1"/>
              </a:buClr>
              <a:buSzPts val="1100"/>
              <a:buFont typeface="Arial"/>
              <a:buNone/>
            </a:pPr>
            <a:r>
              <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"address": "1200 W Howe St",</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"feature_count": 1,</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"features": [</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"Play Area"</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"has_features": true,</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"location_1": {</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"latitude": "47.636097",</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"longitude": "-122.372985"</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"locid": "2545",</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"name": "12th and Howe Play Park",</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"pmaid": "281",</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"x_coord": "-122.372985",</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"y_coord": "47.636097",</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"zip_code": "98119"</a:t>
            </a:r>
            <a:endParaRPr sz="1000">
              <a:solidFill>
                <a:schemeClr val="lt1"/>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lt1"/>
              </a:buClr>
              <a:buSzPts val="1100"/>
              <a:buFont typeface="Arial"/>
              <a:buNone/>
            </a:pPr>
            <a:r>
              <a:rPr lang="en" sz="1000">
                <a:solidFill>
                  <a:schemeClr val="lt1"/>
                </a:solidFill>
                <a:latin typeface="Inter Medium"/>
                <a:ea typeface="Inter Medium"/>
                <a:cs typeface="Inter Medium"/>
                <a:sym typeface="Inter Medium"/>
              </a:rPr>
              <a:t>  }</a:t>
            </a:r>
            <a:endParaRPr sz="1000">
              <a:solidFill>
                <a:schemeClr val="lt1"/>
              </a:solidFill>
              <a:latin typeface="Inter Medium"/>
              <a:ea typeface="Inter Medium"/>
              <a:cs typeface="Inter Medium"/>
              <a:sym typeface="Inter Medium"/>
            </a:endParaRPr>
          </a:p>
          <a:p>
            <a:pPr indent="0" lvl="0" marL="0" rtl="0" algn="ctr">
              <a:spcBef>
                <a:spcPts val="0"/>
              </a:spcBef>
              <a:spcAft>
                <a:spcPts val="0"/>
              </a:spcAft>
              <a:buNone/>
            </a:pPr>
            <a:r>
              <a:t/>
            </a:r>
            <a:endParaRPr sz="1000">
              <a:solidFill>
                <a:schemeClr val="lt1"/>
              </a:solidFill>
              <a:latin typeface="Inter"/>
              <a:ea typeface="Inter"/>
              <a:cs typeface="Inter"/>
              <a:sym typeface="Inter"/>
            </a:endParaRPr>
          </a:p>
        </p:txBody>
      </p:sp>
      <p:cxnSp>
        <p:nvCxnSpPr>
          <p:cNvPr id="565" name="Google Shape;565;p49"/>
          <p:cNvCxnSpPr/>
          <p:nvPr/>
        </p:nvCxnSpPr>
        <p:spPr>
          <a:xfrm rot="10800000">
            <a:off x="2409650" y="1713500"/>
            <a:ext cx="2700" cy="837000"/>
          </a:xfrm>
          <a:prstGeom prst="straightConnector1">
            <a:avLst/>
          </a:prstGeom>
          <a:noFill/>
          <a:ln cap="flat" cmpd="sng" w="28575">
            <a:solidFill>
              <a:srgbClr val="980000"/>
            </a:solidFill>
            <a:prstDash val="solid"/>
            <a:round/>
            <a:headEnd len="med" w="med" type="none"/>
            <a:tailEnd len="med" w="med" type="none"/>
          </a:ln>
        </p:spPr>
      </p:cxnSp>
      <p:cxnSp>
        <p:nvCxnSpPr>
          <p:cNvPr id="566" name="Google Shape;566;p49"/>
          <p:cNvCxnSpPr/>
          <p:nvPr/>
        </p:nvCxnSpPr>
        <p:spPr>
          <a:xfrm rot="10800000">
            <a:off x="2667450" y="2699250"/>
            <a:ext cx="21000" cy="1760400"/>
          </a:xfrm>
          <a:prstGeom prst="straightConnector1">
            <a:avLst/>
          </a:prstGeom>
          <a:noFill/>
          <a:ln cap="flat" cmpd="sng" w="28575">
            <a:solidFill>
              <a:srgbClr val="980000"/>
            </a:solidFill>
            <a:prstDash val="solid"/>
            <a:round/>
            <a:headEnd len="med" w="med" type="none"/>
            <a:tailEnd len="med" w="med" type="none"/>
          </a:ln>
        </p:spPr>
      </p:cxnSp>
      <p:cxnSp>
        <p:nvCxnSpPr>
          <p:cNvPr id="567" name="Google Shape;567;p49"/>
          <p:cNvCxnSpPr/>
          <p:nvPr/>
        </p:nvCxnSpPr>
        <p:spPr>
          <a:xfrm>
            <a:off x="2085875" y="1713425"/>
            <a:ext cx="337800" cy="0"/>
          </a:xfrm>
          <a:prstGeom prst="straightConnector1">
            <a:avLst/>
          </a:prstGeom>
          <a:noFill/>
          <a:ln cap="flat" cmpd="sng" w="28575">
            <a:solidFill>
              <a:srgbClr val="980000"/>
            </a:solidFill>
            <a:prstDash val="solid"/>
            <a:round/>
            <a:headEnd len="med" w="med" type="none"/>
            <a:tailEnd len="med" w="med" type="none"/>
          </a:ln>
        </p:spPr>
      </p:cxnSp>
      <p:cxnSp>
        <p:nvCxnSpPr>
          <p:cNvPr id="568" name="Google Shape;568;p49"/>
          <p:cNvCxnSpPr/>
          <p:nvPr/>
        </p:nvCxnSpPr>
        <p:spPr>
          <a:xfrm>
            <a:off x="2085825" y="2571750"/>
            <a:ext cx="337800" cy="0"/>
          </a:xfrm>
          <a:prstGeom prst="straightConnector1">
            <a:avLst/>
          </a:prstGeom>
          <a:noFill/>
          <a:ln cap="flat" cmpd="sng" w="28575">
            <a:solidFill>
              <a:srgbClr val="980000"/>
            </a:solidFill>
            <a:prstDash val="solid"/>
            <a:round/>
            <a:headEnd len="med" w="med" type="none"/>
            <a:tailEnd len="med" w="med" type="none"/>
          </a:ln>
        </p:spPr>
      </p:cxnSp>
      <p:cxnSp>
        <p:nvCxnSpPr>
          <p:cNvPr id="569" name="Google Shape;569;p49"/>
          <p:cNvCxnSpPr/>
          <p:nvPr/>
        </p:nvCxnSpPr>
        <p:spPr>
          <a:xfrm>
            <a:off x="2329800" y="2677925"/>
            <a:ext cx="337800" cy="0"/>
          </a:xfrm>
          <a:prstGeom prst="straightConnector1">
            <a:avLst/>
          </a:prstGeom>
          <a:noFill/>
          <a:ln cap="flat" cmpd="sng" w="28575">
            <a:solidFill>
              <a:srgbClr val="980000"/>
            </a:solidFill>
            <a:prstDash val="solid"/>
            <a:round/>
            <a:headEnd len="med" w="med" type="none"/>
            <a:tailEnd len="med" w="med" type="none"/>
          </a:ln>
        </p:spPr>
      </p:cxnSp>
      <p:cxnSp>
        <p:nvCxnSpPr>
          <p:cNvPr id="570" name="Google Shape;570;p49"/>
          <p:cNvCxnSpPr/>
          <p:nvPr/>
        </p:nvCxnSpPr>
        <p:spPr>
          <a:xfrm>
            <a:off x="2329800" y="4459650"/>
            <a:ext cx="337800" cy="0"/>
          </a:xfrm>
          <a:prstGeom prst="straightConnector1">
            <a:avLst/>
          </a:prstGeom>
          <a:noFill/>
          <a:ln cap="flat" cmpd="sng" w="28575">
            <a:solidFill>
              <a:srgbClr val="980000"/>
            </a:solidFill>
            <a:prstDash val="solid"/>
            <a:round/>
            <a:headEnd len="med" w="med" type="none"/>
            <a:tailEnd len="med" w="med" type="none"/>
          </a:ln>
        </p:spPr>
      </p:cxnSp>
      <p:sp>
        <p:nvSpPr>
          <p:cNvPr id="571" name="Google Shape;571;p49"/>
          <p:cNvSpPr txBox="1"/>
          <p:nvPr/>
        </p:nvSpPr>
        <p:spPr>
          <a:xfrm>
            <a:off x="3720000" y="18894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Inter"/>
                <a:ea typeface="Inter"/>
                <a:cs typeface="Inter"/>
                <a:sym typeface="Inter"/>
              </a:rPr>
              <a:t>Seattle Park Features by PMAID</a:t>
            </a:r>
            <a:endParaRPr/>
          </a:p>
        </p:txBody>
      </p:sp>
      <p:sp>
        <p:nvSpPr>
          <p:cNvPr id="572" name="Google Shape;572;p49"/>
          <p:cNvSpPr txBox="1"/>
          <p:nvPr/>
        </p:nvSpPr>
        <p:spPr>
          <a:xfrm>
            <a:off x="3792150" y="3500850"/>
            <a:ext cx="439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Inter"/>
                <a:ea typeface="Inter"/>
                <a:cs typeface="Inter"/>
                <a:sym typeface="Inter"/>
              </a:rPr>
              <a:t>Seattle Parks &amp; Recreation Addresses </a:t>
            </a:r>
            <a:endParaRPr/>
          </a:p>
        </p:txBody>
      </p:sp>
      <p:cxnSp>
        <p:nvCxnSpPr>
          <p:cNvPr id="573" name="Google Shape;573;p49"/>
          <p:cNvCxnSpPr/>
          <p:nvPr/>
        </p:nvCxnSpPr>
        <p:spPr>
          <a:xfrm>
            <a:off x="2614250" y="1710950"/>
            <a:ext cx="1171500" cy="1785600"/>
          </a:xfrm>
          <a:prstGeom prst="straightConnector1">
            <a:avLst/>
          </a:prstGeom>
          <a:noFill/>
          <a:ln cap="flat" cmpd="sng" w="38100">
            <a:solidFill>
              <a:schemeClr val="dk2"/>
            </a:solidFill>
            <a:prstDash val="solid"/>
            <a:round/>
            <a:headEnd len="med" w="med" type="none"/>
            <a:tailEnd len="med" w="med" type="triangle"/>
          </a:ln>
        </p:spPr>
      </p:cxnSp>
      <p:cxnSp>
        <p:nvCxnSpPr>
          <p:cNvPr id="574" name="Google Shape;574;p49"/>
          <p:cNvCxnSpPr>
            <a:endCxn id="572" idx="1"/>
          </p:cNvCxnSpPr>
          <p:nvPr/>
        </p:nvCxnSpPr>
        <p:spPr>
          <a:xfrm>
            <a:off x="2688450" y="3533250"/>
            <a:ext cx="1103700" cy="167700"/>
          </a:xfrm>
          <a:prstGeom prst="straightConnector1">
            <a:avLst/>
          </a:prstGeom>
          <a:noFill/>
          <a:ln cap="flat" cmpd="sng" w="38100">
            <a:solidFill>
              <a:schemeClr val="dk2"/>
            </a:solidFill>
            <a:prstDash val="solid"/>
            <a:round/>
            <a:headEnd len="med" w="med" type="none"/>
            <a:tailEnd len="med" w="med" type="triangle"/>
          </a:ln>
        </p:spPr>
      </p:cxnSp>
      <p:cxnSp>
        <p:nvCxnSpPr>
          <p:cNvPr id="575" name="Google Shape;575;p49"/>
          <p:cNvCxnSpPr>
            <a:endCxn id="571" idx="1"/>
          </p:cNvCxnSpPr>
          <p:nvPr/>
        </p:nvCxnSpPr>
        <p:spPr>
          <a:xfrm flipH="1" rot="10800000">
            <a:off x="2423400" y="2089500"/>
            <a:ext cx="1296600" cy="84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79" name="Shape 579"/>
        <p:cNvGrpSpPr/>
        <p:nvPr/>
      </p:nvGrpSpPr>
      <p:grpSpPr>
        <a:xfrm>
          <a:off x="0" y="0"/>
          <a:ext cx="0" cy="0"/>
          <a:chOff x="0" y="0"/>
          <a:chExt cx="0" cy="0"/>
        </a:xfrm>
      </p:grpSpPr>
      <p:sp>
        <p:nvSpPr>
          <p:cNvPr id="580" name="Google Shape;580;p50"/>
          <p:cNvSpPr txBox="1"/>
          <p:nvPr>
            <p:ph type="title"/>
          </p:nvPr>
        </p:nvSpPr>
        <p:spPr>
          <a:xfrm>
            <a:off x="182850" y="450375"/>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Wireframes - Low-fidelity</a:t>
            </a:r>
            <a:endParaRPr/>
          </a:p>
        </p:txBody>
      </p:sp>
      <p:sp>
        <p:nvSpPr>
          <p:cNvPr id="581" name="Google Shape;581;p50"/>
          <p:cNvSpPr/>
          <p:nvPr/>
        </p:nvSpPr>
        <p:spPr>
          <a:xfrm>
            <a:off x="1089650" y="1069656"/>
            <a:ext cx="3012300" cy="3432000"/>
          </a:xfrm>
          <a:prstGeom prst="rect">
            <a:avLst/>
          </a:prstGeom>
          <a:solidFill>
            <a:srgbClr val="EEEEEE"/>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ctr">
              <a:spcBef>
                <a:spcPts val="0"/>
              </a:spcBef>
              <a:spcAft>
                <a:spcPts val="0"/>
              </a:spcAft>
              <a:buNone/>
            </a:pPr>
            <a:r>
              <a:t/>
            </a:r>
            <a:endParaRPr sz="1238"/>
          </a:p>
        </p:txBody>
      </p:sp>
      <p:pic>
        <p:nvPicPr>
          <p:cNvPr id="582" name="Google Shape;582;p50" title="Screenshot 2026-04-20 at 11.53.26 AM.png"/>
          <p:cNvPicPr preferRelativeResize="0"/>
          <p:nvPr/>
        </p:nvPicPr>
        <p:blipFill>
          <a:blip r:embed="rId3">
            <a:alphaModFix/>
          </a:blip>
          <a:stretch>
            <a:fillRect/>
          </a:stretch>
        </p:blipFill>
        <p:spPr>
          <a:xfrm>
            <a:off x="1607102" y="1207213"/>
            <a:ext cx="1977424" cy="1666202"/>
          </a:xfrm>
          <a:prstGeom prst="rect">
            <a:avLst/>
          </a:prstGeom>
          <a:noFill/>
          <a:ln>
            <a:noFill/>
          </a:ln>
        </p:spPr>
      </p:pic>
      <p:sp>
        <p:nvSpPr>
          <p:cNvPr id="583" name="Google Shape;583;p50"/>
          <p:cNvSpPr/>
          <p:nvPr/>
        </p:nvSpPr>
        <p:spPr>
          <a:xfrm>
            <a:off x="2766515" y="2717222"/>
            <a:ext cx="147300" cy="165300"/>
          </a:xfrm>
          <a:prstGeom prst="ellipse">
            <a:avLst/>
          </a:prstGeom>
          <a:solidFill>
            <a:srgbClr val="FF0000">
              <a:alpha val="80380"/>
            </a:srgbClr>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ctr">
              <a:spcBef>
                <a:spcPts val="0"/>
              </a:spcBef>
              <a:spcAft>
                <a:spcPts val="0"/>
              </a:spcAft>
              <a:buNone/>
            </a:pPr>
            <a:r>
              <a:t/>
            </a:r>
            <a:endParaRPr sz="1238"/>
          </a:p>
        </p:txBody>
      </p:sp>
      <p:sp>
        <p:nvSpPr>
          <p:cNvPr id="584" name="Google Shape;584;p50"/>
          <p:cNvSpPr/>
          <p:nvPr/>
        </p:nvSpPr>
        <p:spPr>
          <a:xfrm>
            <a:off x="1607014" y="1679500"/>
            <a:ext cx="392400" cy="418500"/>
          </a:xfrm>
          <a:prstGeom prst="ellipse">
            <a:avLst/>
          </a:prstGeom>
          <a:solidFill>
            <a:srgbClr val="FF0000">
              <a:alpha val="80380"/>
            </a:srgbClr>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ctr">
              <a:spcBef>
                <a:spcPts val="0"/>
              </a:spcBef>
              <a:spcAft>
                <a:spcPts val="0"/>
              </a:spcAft>
              <a:buNone/>
            </a:pPr>
            <a:r>
              <a:t/>
            </a:r>
            <a:endParaRPr sz="1238"/>
          </a:p>
        </p:txBody>
      </p:sp>
      <p:sp>
        <p:nvSpPr>
          <p:cNvPr id="585" name="Google Shape;585;p50"/>
          <p:cNvSpPr/>
          <p:nvPr/>
        </p:nvSpPr>
        <p:spPr>
          <a:xfrm>
            <a:off x="2394256" y="1448330"/>
            <a:ext cx="147300" cy="165300"/>
          </a:xfrm>
          <a:prstGeom prst="ellipse">
            <a:avLst/>
          </a:prstGeom>
          <a:solidFill>
            <a:srgbClr val="FF0000">
              <a:alpha val="80380"/>
            </a:srgbClr>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ctr">
              <a:spcBef>
                <a:spcPts val="0"/>
              </a:spcBef>
              <a:spcAft>
                <a:spcPts val="0"/>
              </a:spcAft>
              <a:buNone/>
            </a:pPr>
            <a:r>
              <a:t/>
            </a:r>
            <a:endParaRPr sz="1238"/>
          </a:p>
        </p:txBody>
      </p:sp>
      <p:sp>
        <p:nvSpPr>
          <p:cNvPr id="586" name="Google Shape;586;p50"/>
          <p:cNvSpPr/>
          <p:nvPr/>
        </p:nvSpPr>
        <p:spPr>
          <a:xfrm>
            <a:off x="1462606" y="2957068"/>
            <a:ext cx="2266200" cy="338400"/>
          </a:xfrm>
          <a:prstGeom prst="rect">
            <a:avLst/>
          </a:prstGeom>
          <a:solidFill>
            <a:srgbClr val="EEEEEE"/>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l">
              <a:spcBef>
                <a:spcPts val="0"/>
              </a:spcBef>
              <a:spcAft>
                <a:spcPts val="0"/>
              </a:spcAft>
              <a:buNone/>
            </a:pPr>
            <a:r>
              <a:rPr lang="en" sz="1238"/>
              <a:t>Filter by: None</a:t>
            </a:r>
            <a:endParaRPr sz="1238"/>
          </a:p>
        </p:txBody>
      </p:sp>
      <p:sp>
        <p:nvSpPr>
          <p:cNvPr id="587" name="Google Shape;587;p50"/>
          <p:cNvSpPr txBox="1"/>
          <p:nvPr/>
        </p:nvSpPr>
        <p:spPr>
          <a:xfrm>
            <a:off x="1462517" y="3435357"/>
            <a:ext cx="2266200" cy="693600"/>
          </a:xfrm>
          <a:prstGeom prst="rect">
            <a:avLst/>
          </a:prstGeom>
          <a:noFill/>
          <a:ln cap="flat" cmpd="sng" w="8425">
            <a:solidFill>
              <a:srgbClr val="000000"/>
            </a:solidFill>
            <a:prstDash val="solid"/>
            <a:round/>
            <a:headEnd len="sm" w="sm" type="none"/>
            <a:tailEnd len="sm" w="sm" type="none"/>
          </a:ln>
        </p:spPr>
        <p:txBody>
          <a:bodyPr anchorCtr="0" anchor="t" bIns="80825" lIns="80825" spcFirstLastPara="1" rIns="80825" wrap="square" tIns="80825">
            <a:noAutofit/>
          </a:bodyPr>
          <a:lstStyle/>
          <a:p>
            <a:pPr indent="0" lvl="0" marL="0" rtl="0" algn="l">
              <a:spcBef>
                <a:spcPts val="0"/>
              </a:spcBef>
              <a:spcAft>
                <a:spcPts val="0"/>
              </a:spcAft>
              <a:buNone/>
            </a:pPr>
            <a:r>
              <a:rPr lang="en" sz="1061">
                <a:solidFill>
                  <a:srgbClr val="595959"/>
                </a:solidFill>
              </a:rPr>
              <a:t>ABC Park (ID: 3321)</a:t>
            </a:r>
            <a:endParaRPr sz="1061">
              <a:solidFill>
                <a:srgbClr val="595959"/>
              </a:solidFill>
            </a:endParaRPr>
          </a:p>
          <a:p>
            <a:pPr indent="0" lvl="0" marL="0" rtl="0" algn="l">
              <a:spcBef>
                <a:spcPts val="0"/>
              </a:spcBef>
              <a:spcAft>
                <a:spcPts val="0"/>
              </a:spcAft>
              <a:buNone/>
            </a:pPr>
            <a:r>
              <a:rPr lang="en" sz="1061">
                <a:solidFill>
                  <a:srgbClr val="595959"/>
                </a:solidFill>
              </a:rPr>
              <a:t>123 NE 45th St.</a:t>
            </a:r>
            <a:endParaRPr sz="1061">
              <a:solidFill>
                <a:srgbClr val="595959"/>
              </a:solidFill>
            </a:endParaRPr>
          </a:p>
          <a:p>
            <a:pPr indent="0" lvl="0" marL="0" rtl="0" algn="l">
              <a:spcBef>
                <a:spcPts val="0"/>
              </a:spcBef>
              <a:spcAft>
                <a:spcPts val="0"/>
              </a:spcAft>
              <a:buNone/>
            </a:pPr>
            <a:r>
              <a:rPr lang="en" sz="1061">
                <a:solidFill>
                  <a:srgbClr val="595959"/>
                </a:solidFill>
              </a:rPr>
              <a:t>Features: None</a:t>
            </a:r>
            <a:endParaRPr sz="1061">
              <a:solidFill>
                <a:srgbClr val="595959"/>
              </a:solidFill>
            </a:endParaRPr>
          </a:p>
          <a:p>
            <a:pPr indent="0" lvl="0" marL="0" rtl="0" algn="l">
              <a:spcBef>
                <a:spcPts val="0"/>
              </a:spcBef>
              <a:spcAft>
                <a:spcPts val="0"/>
              </a:spcAft>
              <a:buNone/>
            </a:pPr>
            <a:r>
              <a:t/>
            </a:r>
            <a:endParaRPr sz="1061">
              <a:solidFill>
                <a:srgbClr val="595959"/>
              </a:solidFill>
            </a:endParaRPr>
          </a:p>
        </p:txBody>
      </p:sp>
      <p:sp>
        <p:nvSpPr>
          <p:cNvPr id="588" name="Google Shape;588;p50"/>
          <p:cNvSpPr/>
          <p:nvPr/>
        </p:nvSpPr>
        <p:spPr>
          <a:xfrm>
            <a:off x="4948162" y="1069656"/>
            <a:ext cx="3012300" cy="3432000"/>
          </a:xfrm>
          <a:prstGeom prst="rect">
            <a:avLst/>
          </a:prstGeom>
          <a:solidFill>
            <a:srgbClr val="EEEEEE"/>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ctr">
              <a:spcBef>
                <a:spcPts val="0"/>
              </a:spcBef>
              <a:spcAft>
                <a:spcPts val="0"/>
              </a:spcAft>
              <a:buNone/>
            </a:pPr>
            <a:r>
              <a:t/>
            </a:r>
            <a:endParaRPr sz="1238"/>
          </a:p>
        </p:txBody>
      </p:sp>
      <p:pic>
        <p:nvPicPr>
          <p:cNvPr id="589" name="Google Shape;589;p50" title="Screenshot 2026-04-20 at 11.53.26 AM.png"/>
          <p:cNvPicPr preferRelativeResize="0"/>
          <p:nvPr/>
        </p:nvPicPr>
        <p:blipFill>
          <a:blip r:embed="rId3">
            <a:alphaModFix/>
          </a:blip>
          <a:stretch>
            <a:fillRect/>
          </a:stretch>
        </p:blipFill>
        <p:spPr>
          <a:xfrm>
            <a:off x="5465570" y="1207213"/>
            <a:ext cx="1977424" cy="1666202"/>
          </a:xfrm>
          <a:prstGeom prst="rect">
            <a:avLst/>
          </a:prstGeom>
          <a:noFill/>
          <a:ln>
            <a:noFill/>
          </a:ln>
        </p:spPr>
      </p:pic>
      <p:sp>
        <p:nvSpPr>
          <p:cNvPr id="590" name="Google Shape;590;p50"/>
          <p:cNvSpPr/>
          <p:nvPr/>
        </p:nvSpPr>
        <p:spPr>
          <a:xfrm>
            <a:off x="6669479" y="2654357"/>
            <a:ext cx="147300" cy="165300"/>
          </a:xfrm>
          <a:prstGeom prst="ellipse">
            <a:avLst/>
          </a:prstGeom>
          <a:solidFill>
            <a:srgbClr val="FF0000">
              <a:alpha val="80380"/>
            </a:srgbClr>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ctr">
              <a:spcBef>
                <a:spcPts val="0"/>
              </a:spcBef>
              <a:spcAft>
                <a:spcPts val="0"/>
              </a:spcAft>
              <a:buNone/>
            </a:pPr>
            <a:r>
              <a:t/>
            </a:r>
            <a:endParaRPr sz="1238"/>
          </a:p>
        </p:txBody>
      </p:sp>
      <p:sp>
        <p:nvSpPr>
          <p:cNvPr id="591" name="Google Shape;591;p50"/>
          <p:cNvSpPr/>
          <p:nvPr/>
        </p:nvSpPr>
        <p:spPr>
          <a:xfrm>
            <a:off x="5465526" y="1747604"/>
            <a:ext cx="392400" cy="418500"/>
          </a:xfrm>
          <a:prstGeom prst="ellipse">
            <a:avLst/>
          </a:prstGeom>
          <a:solidFill>
            <a:srgbClr val="4285F4"/>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ctr">
              <a:spcBef>
                <a:spcPts val="0"/>
              </a:spcBef>
              <a:spcAft>
                <a:spcPts val="0"/>
              </a:spcAft>
              <a:buNone/>
            </a:pPr>
            <a:r>
              <a:t/>
            </a:r>
            <a:endParaRPr sz="1238"/>
          </a:p>
        </p:txBody>
      </p:sp>
      <p:sp>
        <p:nvSpPr>
          <p:cNvPr id="592" name="Google Shape;592;p50"/>
          <p:cNvSpPr/>
          <p:nvPr/>
        </p:nvSpPr>
        <p:spPr>
          <a:xfrm>
            <a:off x="6252768" y="1516434"/>
            <a:ext cx="147300" cy="165300"/>
          </a:xfrm>
          <a:prstGeom prst="ellipse">
            <a:avLst/>
          </a:prstGeom>
          <a:solidFill>
            <a:srgbClr val="FF0000">
              <a:alpha val="80380"/>
            </a:srgbClr>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ctr">
              <a:spcBef>
                <a:spcPts val="0"/>
              </a:spcBef>
              <a:spcAft>
                <a:spcPts val="0"/>
              </a:spcAft>
              <a:buNone/>
            </a:pPr>
            <a:r>
              <a:t/>
            </a:r>
            <a:endParaRPr sz="1238"/>
          </a:p>
        </p:txBody>
      </p:sp>
      <p:sp>
        <p:nvSpPr>
          <p:cNvPr id="593" name="Google Shape;593;p50"/>
          <p:cNvSpPr/>
          <p:nvPr/>
        </p:nvSpPr>
        <p:spPr>
          <a:xfrm>
            <a:off x="5321118" y="2957068"/>
            <a:ext cx="2266200" cy="338400"/>
          </a:xfrm>
          <a:prstGeom prst="rect">
            <a:avLst/>
          </a:prstGeom>
          <a:solidFill>
            <a:srgbClr val="EEEEEE"/>
          </a:solidFill>
          <a:ln cap="flat" cmpd="sng" w="8425">
            <a:solidFill>
              <a:srgbClr val="595959"/>
            </a:solidFill>
            <a:prstDash val="solid"/>
            <a:round/>
            <a:headEnd len="sm" w="sm" type="none"/>
            <a:tailEnd len="sm" w="sm" type="none"/>
          </a:ln>
        </p:spPr>
        <p:txBody>
          <a:bodyPr anchorCtr="0" anchor="ctr" bIns="80825" lIns="80825" spcFirstLastPara="1" rIns="80825" wrap="square" tIns="80825">
            <a:noAutofit/>
          </a:bodyPr>
          <a:lstStyle/>
          <a:p>
            <a:pPr indent="0" lvl="0" marL="0" rtl="0" algn="l">
              <a:spcBef>
                <a:spcPts val="0"/>
              </a:spcBef>
              <a:spcAft>
                <a:spcPts val="0"/>
              </a:spcAft>
              <a:buNone/>
            </a:pPr>
            <a:r>
              <a:rPr lang="en" sz="1238"/>
              <a:t>Filter by: Basketball Court</a:t>
            </a:r>
            <a:endParaRPr sz="1238"/>
          </a:p>
        </p:txBody>
      </p:sp>
      <p:sp>
        <p:nvSpPr>
          <p:cNvPr id="594" name="Google Shape;594;p50"/>
          <p:cNvSpPr txBox="1"/>
          <p:nvPr/>
        </p:nvSpPr>
        <p:spPr>
          <a:xfrm>
            <a:off x="5321030" y="3503461"/>
            <a:ext cx="2266200" cy="693600"/>
          </a:xfrm>
          <a:prstGeom prst="rect">
            <a:avLst/>
          </a:prstGeom>
          <a:noFill/>
          <a:ln cap="flat" cmpd="sng" w="8425">
            <a:solidFill>
              <a:srgbClr val="000000"/>
            </a:solidFill>
            <a:prstDash val="solid"/>
            <a:round/>
            <a:headEnd len="sm" w="sm" type="none"/>
            <a:tailEnd len="sm" w="sm" type="none"/>
          </a:ln>
        </p:spPr>
        <p:txBody>
          <a:bodyPr anchorCtr="0" anchor="t" bIns="80825" lIns="80825" spcFirstLastPara="1" rIns="80825" wrap="square" tIns="80825">
            <a:noAutofit/>
          </a:bodyPr>
          <a:lstStyle/>
          <a:p>
            <a:pPr indent="0" lvl="0" marL="0" rtl="0" algn="l">
              <a:spcBef>
                <a:spcPts val="0"/>
              </a:spcBef>
              <a:spcAft>
                <a:spcPts val="0"/>
              </a:spcAft>
              <a:buNone/>
            </a:pPr>
            <a:r>
              <a:rPr lang="en" sz="1061">
                <a:solidFill>
                  <a:srgbClr val="595959"/>
                </a:solidFill>
              </a:rPr>
              <a:t>King Park (ID: 1231)</a:t>
            </a:r>
            <a:endParaRPr sz="1061">
              <a:solidFill>
                <a:srgbClr val="595959"/>
              </a:solidFill>
            </a:endParaRPr>
          </a:p>
          <a:p>
            <a:pPr indent="0" lvl="0" marL="0" rtl="0" algn="l">
              <a:spcBef>
                <a:spcPts val="0"/>
              </a:spcBef>
              <a:spcAft>
                <a:spcPts val="0"/>
              </a:spcAft>
              <a:buNone/>
            </a:pPr>
            <a:r>
              <a:rPr lang="en" sz="1061">
                <a:solidFill>
                  <a:srgbClr val="595959"/>
                </a:solidFill>
              </a:rPr>
              <a:t>678 SW 91st St.</a:t>
            </a:r>
            <a:endParaRPr sz="1061">
              <a:solidFill>
                <a:srgbClr val="595959"/>
              </a:solidFill>
            </a:endParaRPr>
          </a:p>
          <a:p>
            <a:pPr indent="0" lvl="0" marL="0" rtl="0" algn="l">
              <a:spcBef>
                <a:spcPts val="0"/>
              </a:spcBef>
              <a:spcAft>
                <a:spcPts val="0"/>
              </a:spcAft>
              <a:buNone/>
            </a:pPr>
            <a:r>
              <a:rPr lang="en" sz="1061">
                <a:solidFill>
                  <a:srgbClr val="595959"/>
                </a:solidFill>
              </a:rPr>
              <a:t>Features: Basketball Court</a:t>
            </a:r>
            <a:endParaRPr sz="1061">
              <a:solidFill>
                <a:srgbClr val="595959"/>
              </a:solidFill>
            </a:endParaRPr>
          </a:p>
          <a:p>
            <a:pPr indent="0" lvl="0" marL="0" rtl="0" algn="l">
              <a:spcBef>
                <a:spcPts val="0"/>
              </a:spcBef>
              <a:spcAft>
                <a:spcPts val="0"/>
              </a:spcAft>
              <a:buNone/>
            </a:pPr>
            <a:r>
              <a:t/>
            </a:r>
            <a:endParaRPr sz="1061">
              <a:solidFill>
                <a:srgbClr val="59595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8" name="Shape 598"/>
        <p:cNvGrpSpPr/>
        <p:nvPr/>
      </p:nvGrpSpPr>
      <p:grpSpPr>
        <a:xfrm>
          <a:off x="0" y="0"/>
          <a:ext cx="0" cy="0"/>
          <a:chOff x="0" y="0"/>
          <a:chExt cx="0" cy="0"/>
        </a:xfrm>
      </p:grpSpPr>
      <p:sp>
        <p:nvSpPr>
          <p:cNvPr id="599" name="Google Shape;599;p51"/>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Seattle Parks Feature Explorer</a:t>
            </a:r>
            <a:endParaRPr/>
          </a:p>
        </p:txBody>
      </p:sp>
      <p:pic>
        <p:nvPicPr>
          <p:cNvPr id="600" name="Google Shape;600;p51"/>
          <p:cNvPicPr preferRelativeResize="0"/>
          <p:nvPr/>
        </p:nvPicPr>
        <p:blipFill>
          <a:blip r:embed="rId3">
            <a:alphaModFix/>
          </a:blip>
          <a:stretch>
            <a:fillRect/>
          </a:stretch>
        </p:blipFill>
        <p:spPr>
          <a:xfrm>
            <a:off x="349650" y="1075650"/>
            <a:ext cx="5240743" cy="2119297"/>
          </a:xfrm>
          <a:prstGeom prst="rect">
            <a:avLst/>
          </a:prstGeom>
          <a:noFill/>
          <a:ln>
            <a:noFill/>
          </a:ln>
        </p:spPr>
      </p:pic>
      <p:pic>
        <p:nvPicPr>
          <p:cNvPr id="601" name="Google Shape;601;p51"/>
          <p:cNvPicPr preferRelativeResize="0"/>
          <p:nvPr/>
        </p:nvPicPr>
        <p:blipFill>
          <a:blip r:embed="rId4">
            <a:alphaModFix/>
          </a:blip>
          <a:stretch>
            <a:fillRect/>
          </a:stretch>
        </p:blipFill>
        <p:spPr>
          <a:xfrm>
            <a:off x="349650" y="3194946"/>
            <a:ext cx="5240741" cy="1773805"/>
          </a:xfrm>
          <a:prstGeom prst="rect">
            <a:avLst/>
          </a:prstGeom>
          <a:noFill/>
          <a:ln>
            <a:noFill/>
          </a:ln>
        </p:spPr>
      </p:pic>
      <p:pic>
        <p:nvPicPr>
          <p:cNvPr id="602" name="Google Shape;602;p51" title="iphone11render.png"/>
          <p:cNvPicPr preferRelativeResize="0"/>
          <p:nvPr/>
        </p:nvPicPr>
        <p:blipFill>
          <a:blip r:embed="rId5">
            <a:alphaModFix/>
          </a:blip>
          <a:stretch>
            <a:fillRect/>
          </a:stretch>
        </p:blipFill>
        <p:spPr>
          <a:xfrm>
            <a:off x="4766175" y="710500"/>
            <a:ext cx="4963799" cy="44330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52"/>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Demo</a:t>
            </a:r>
            <a:endParaRPr/>
          </a:p>
        </p:txBody>
      </p:sp>
      <p:pic>
        <p:nvPicPr>
          <p:cNvPr id="608" name="Google Shape;608;p52"/>
          <p:cNvPicPr preferRelativeResize="0"/>
          <p:nvPr/>
        </p:nvPicPr>
        <p:blipFill>
          <a:blip r:embed="rId3">
            <a:alphaModFix/>
          </a:blip>
          <a:stretch>
            <a:fillRect/>
          </a:stretch>
        </p:blipFill>
        <p:spPr>
          <a:xfrm>
            <a:off x="3140624" y="1130400"/>
            <a:ext cx="2862750" cy="2862750"/>
          </a:xfrm>
          <a:prstGeom prst="rect">
            <a:avLst/>
          </a:prstGeom>
          <a:noFill/>
          <a:ln>
            <a:noFill/>
          </a:ln>
        </p:spPr>
      </p:pic>
      <p:sp>
        <p:nvSpPr>
          <p:cNvPr id="609" name="Google Shape;609;p52"/>
          <p:cNvSpPr txBox="1"/>
          <p:nvPr/>
        </p:nvSpPr>
        <p:spPr>
          <a:xfrm>
            <a:off x="3140550" y="3916325"/>
            <a:ext cx="2862900" cy="67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solidFill>
                  <a:schemeClr val="lt1"/>
                </a:solidFill>
                <a:latin typeface="Inter"/>
                <a:ea typeface="Inter"/>
                <a:cs typeface="Inter"/>
                <a:sym typeface="Inter"/>
              </a:rPr>
              <a:t>Scan here!</a:t>
            </a:r>
            <a:endParaRPr sz="3600">
              <a:solidFill>
                <a:schemeClr val="lt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3"/>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Quality Measures</a:t>
            </a:r>
            <a:endParaRPr/>
          </a:p>
        </p:txBody>
      </p:sp>
      <p:sp>
        <p:nvSpPr>
          <p:cNvPr id="615" name="Google Shape;615;p53"/>
          <p:cNvSpPr/>
          <p:nvPr/>
        </p:nvSpPr>
        <p:spPr>
          <a:xfrm>
            <a:off x="355200" y="1222200"/>
            <a:ext cx="2634900" cy="36900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solidFill>
                <a:schemeClr val="lt1"/>
              </a:solidFill>
              <a:latin typeface="Afacad Flux"/>
              <a:ea typeface="Afacad Flux"/>
              <a:cs typeface="Afacad Flux"/>
              <a:sym typeface="Afacad Flux"/>
            </a:endParaRPr>
          </a:p>
        </p:txBody>
      </p:sp>
      <p:sp>
        <p:nvSpPr>
          <p:cNvPr id="616" name="Google Shape;616;p53"/>
          <p:cNvSpPr/>
          <p:nvPr/>
        </p:nvSpPr>
        <p:spPr>
          <a:xfrm>
            <a:off x="3301500" y="1222200"/>
            <a:ext cx="2634900" cy="36900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617" name="Google Shape;617;p53"/>
          <p:cNvSpPr/>
          <p:nvPr/>
        </p:nvSpPr>
        <p:spPr>
          <a:xfrm>
            <a:off x="6247800" y="1222200"/>
            <a:ext cx="2634900" cy="3690000"/>
          </a:xfrm>
          <a:prstGeom prst="roundRect">
            <a:avLst>
              <a:gd fmla="val 1301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facad Flux"/>
              <a:ea typeface="Afacad Flux"/>
              <a:cs typeface="Afacad Flux"/>
              <a:sym typeface="Afacad Flux"/>
            </a:endParaRPr>
          </a:p>
        </p:txBody>
      </p:sp>
      <p:sp>
        <p:nvSpPr>
          <p:cNvPr id="618" name="Google Shape;618;p53"/>
          <p:cNvSpPr txBox="1"/>
          <p:nvPr/>
        </p:nvSpPr>
        <p:spPr>
          <a:xfrm>
            <a:off x="355200" y="1222200"/>
            <a:ext cx="26349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chemeClr val="lt1"/>
                </a:solidFill>
                <a:latin typeface="Afacad Flux"/>
                <a:ea typeface="Afacad Flux"/>
                <a:cs typeface="Afacad Flux"/>
                <a:sym typeface="Afacad Flux"/>
              </a:rPr>
              <a:t>Data Quality</a:t>
            </a:r>
            <a:endParaRPr b="1" sz="2600">
              <a:solidFill>
                <a:schemeClr val="lt1"/>
              </a:solidFill>
              <a:latin typeface="Afacad Flux"/>
              <a:ea typeface="Afacad Flux"/>
              <a:cs typeface="Afacad Flux"/>
              <a:sym typeface="Afacad Flux"/>
            </a:endParaRPr>
          </a:p>
        </p:txBody>
      </p:sp>
      <p:sp>
        <p:nvSpPr>
          <p:cNvPr id="619" name="Google Shape;619;p53"/>
          <p:cNvSpPr txBox="1"/>
          <p:nvPr/>
        </p:nvSpPr>
        <p:spPr>
          <a:xfrm>
            <a:off x="3301500" y="1222200"/>
            <a:ext cx="26349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chemeClr val="lt1"/>
                </a:solidFill>
                <a:latin typeface="Afacad Flux"/>
                <a:ea typeface="Afacad Flux"/>
                <a:cs typeface="Afacad Flux"/>
                <a:sym typeface="Afacad Flux"/>
              </a:rPr>
              <a:t>Security</a:t>
            </a:r>
            <a:endParaRPr b="1" sz="2600">
              <a:solidFill>
                <a:schemeClr val="lt1"/>
              </a:solidFill>
              <a:latin typeface="Afacad Flux"/>
              <a:ea typeface="Afacad Flux"/>
              <a:cs typeface="Afacad Flux"/>
              <a:sym typeface="Afacad Flux"/>
            </a:endParaRPr>
          </a:p>
        </p:txBody>
      </p:sp>
      <p:sp>
        <p:nvSpPr>
          <p:cNvPr id="620" name="Google Shape;620;p53"/>
          <p:cNvSpPr txBox="1"/>
          <p:nvPr/>
        </p:nvSpPr>
        <p:spPr>
          <a:xfrm>
            <a:off x="6247800" y="1222200"/>
            <a:ext cx="26349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600">
                <a:solidFill>
                  <a:schemeClr val="lt1"/>
                </a:solidFill>
                <a:latin typeface="Afacad Flux"/>
                <a:ea typeface="Afacad Flux"/>
                <a:cs typeface="Afacad Flux"/>
                <a:sym typeface="Afacad Flux"/>
              </a:rPr>
              <a:t>Performance</a:t>
            </a:r>
            <a:endParaRPr b="1" sz="2600">
              <a:solidFill>
                <a:schemeClr val="lt1"/>
              </a:solidFill>
              <a:latin typeface="Afacad Flux"/>
              <a:ea typeface="Afacad Flux"/>
              <a:cs typeface="Afacad Flux"/>
              <a:sym typeface="Afacad Flux"/>
            </a:endParaRPr>
          </a:p>
        </p:txBody>
      </p:sp>
      <p:sp>
        <p:nvSpPr>
          <p:cNvPr id="621" name="Google Shape;621;p53"/>
          <p:cNvSpPr txBox="1"/>
          <p:nvPr/>
        </p:nvSpPr>
        <p:spPr>
          <a:xfrm>
            <a:off x="458175" y="1791600"/>
            <a:ext cx="23994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Centralized records make missing values easier to detect</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Combined JSON improves clarity and consistency</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Structure supports future validation checks</a:t>
            </a:r>
            <a:endParaRPr sz="1600">
              <a:latin typeface="Inter"/>
              <a:ea typeface="Inter"/>
              <a:cs typeface="Inter"/>
              <a:sym typeface="Inter"/>
            </a:endParaRPr>
          </a:p>
        </p:txBody>
      </p:sp>
      <p:sp>
        <p:nvSpPr>
          <p:cNvPr id="622" name="Google Shape;622;p53"/>
          <p:cNvSpPr txBox="1"/>
          <p:nvPr/>
        </p:nvSpPr>
        <p:spPr>
          <a:xfrm>
            <a:off x="3419250" y="1791600"/>
            <a:ext cx="23994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Standardized records make changes easier to review</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Centralized data supports integrity and consistency</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API logs and endpoint testing help monitor access</a:t>
            </a:r>
            <a:endParaRPr sz="1600">
              <a:latin typeface="Inter"/>
              <a:ea typeface="Inter"/>
              <a:cs typeface="Inter"/>
              <a:sym typeface="Inter"/>
            </a:endParaRPr>
          </a:p>
        </p:txBody>
      </p:sp>
      <p:sp>
        <p:nvSpPr>
          <p:cNvPr id="623" name="Google Shape;623;p53"/>
          <p:cNvSpPr txBox="1"/>
          <p:nvPr/>
        </p:nvSpPr>
        <p:spPr>
          <a:xfrm>
            <a:off x="6380325" y="1807200"/>
            <a:ext cx="2399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Inter"/>
                <a:ea typeface="Inter"/>
                <a:cs typeface="Inter"/>
                <a:sym typeface="Inter"/>
              </a:rPr>
              <a:t>Pre-integrated JSON reduces repeated data joins</a:t>
            </a:r>
            <a:endParaRPr sz="1600">
              <a:latin typeface="Inter"/>
              <a:ea typeface="Inter"/>
              <a:cs typeface="Inter"/>
              <a:sym typeface="Inter"/>
            </a:endParaRPr>
          </a:p>
          <a:p>
            <a:pPr indent="0" lvl="0" marL="0" rtl="0" algn="l">
              <a:spcBef>
                <a:spcPts val="0"/>
              </a:spcBef>
              <a:spcAft>
                <a:spcPts val="0"/>
              </a:spcAft>
              <a:buNone/>
            </a:pPr>
            <a:r>
              <a:t/>
            </a:r>
            <a:endParaRPr sz="1600">
              <a:latin typeface="Inter"/>
              <a:ea typeface="Inter"/>
              <a:cs typeface="Inter"/>
              <a:sym typeface="Inter"/>
            </a:endParaRPr>
          </a:p>
          <a:p>
            <a:pPr indent="0" lvl="0" marL="0" rtl="0" algn="l">
              <a:spcBef>
                <a:spcPts val="0"/>
              </a:spcBef>
              <a:spcAft>
                <a:spcPts val="0"/>
              </a:spcAft>
              <a:buNone/>
            </a:pPr>
            <a:r>
              <a:rPr lang="en" sz="1600">
                <a:latin typeface="Inter"/>
                <a:ea typeface="Inter"/>
                <a:cs typeface="Inter"/>
                <a:sym typeface="Inter"/>
              </a:rPr>
              <a:t>API and filters can access park records more efficiently</a:t>
            </a:r>
            <a:endParaRPr sz="1600">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627" name="Shape 627"/>
        <p:cNvGrpSpPr/>
        <p:nvPr/>
      </p:nvGrpSpPr>
      <p:grpSpPr>
        <a:xfrm>
          <a:off x="0" y="0"/>
          <a:ext cx="0" cy="0"/>
          <a:chOff x="0" y="0"/>
          <a:chExt cx="0" cy="0"/>
        </a:xfrm>
      </p:grpSpPr>
      <p:sp>
        <p:nvSpPr>
          <p:cNvPr id="628" name="Google Shape;628;p54"/>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FAIR Assessment</a:t>
            </a:r>
            <a:endParaRPr/>
          </a:p>
        </p:txBody>
      </p:sp>
      <p:sp>
        <p:nvSpPr>
          <p:cNvPr id="629" name="Google Shape;629;p54"/>
          <p:cNvSpPr txBox="1"/>
          <p:nvPr/>
        </p:nvSpPr>
        <p:spPr>
          <a:xfrm>
            <a:off x="228600" y="1130400"/>
            <a:ext cx="8621100" cy="337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800">
                <a:solidFill>
                  <a:schemeClr val="lt1"/>
                </a:solidFill>
                <a:latin typeface="Inter"/>
                <a:ea typeface="Inter"/>
                <a:cs typeface="Inter"/>
                <a:sym typeface="Inter"/>
              </a:rPr>
              <a:t>Findable</a:t>
            </a:r>
            <a:br>
              <a:rPr lang="en">
                <a:solidFill>
                  <a:schemeClr val="lt1"/>
                </a:solidFill>
                <a:latin typeface="Inter Medium"/>
                <a:ea typeface="Inter Medium"/>
                <a:cs typeface="Inter Medium"/>
                <a:sym typeface="Inter Medium"/>
              </a:rPr>
            </a:br>
            <a:r>
              <a:rPr lang="en">
                <a:solidFill>
                  <a:schemeClr val="lt1"/>
                </a:solidFill>
                <a:latin typeface="Inter Medium"/>
                <a:ea typeface="Inter Medium"/>
                <a:cs typeface="Inter Medium"/>
                <a:sym typeface="Inter Medium"/>
              </a:rPr>
              <a:t>Park records use </a:t>
            </a:r>
            <a:r>
              <a:rPr b="1" lang="en">
                <a:solidFill>
                  <a:schemeClr val="lt1"/>
                </a:solidFill>
                <a:latin typeface="Inter"/>
                <a:ea typeface="Inter"/>
                <a:cs typeface="Inter"/>
                <a:sym typeface="Inter"/>
              </a:rPr>
              <a:t>pmaid</a:t>
            </a:r>
            <a:r>
              <a:rPr lang="en">
                <a:solidFill>
                  <a:schemeClr val="lt1"/>
                </a:solidFill>
                <a:latin typeface="Inter Medium"/>
                <a:ea typeface="Inter Medium"/>
                <a:cs typeface="Inter Medium"/>
                <a:sym typeface="Inter Medium"/>
              </a:rPr>
              <a:t> as a shared identifier, connecting park location data with feature data.</a:t>
            </a:r>
            <a:endParaRPr>
              <a:solidFill>
                <a:schemeClr val="lt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b="1" lang="en" sz="1800">
                <a:solidFill>
                  <a:schemeClr val="lt1"/>
                </a:solidFill>
                <a:latin typeface="Inter"/>
                <a:ea typeface="Inter"/>
                <a:cs typeface="Inter"/>
                <a:sym typeface="Inter"/>
              </a:rPr>
              <a:t>Accessible</a:t>
            </a:r>
            <a:br>
              <a:rPr lang="en">
                <a:solidFill>
                  <a:schemeClr val="lt1"/>
                </a:solidFill>
                <a:latin typeface="Inter Medium"/>
                <a:ea typeface="Inter Medium"/>
                <a:cs typeface="Inter Medium"/>
                <a:sym typeface="Inter Medium"/>
              </a:rPr>
            </a:br>
            <a:r>
              <a:rPr lang="en">
                <a:solidFill>
                  <a:schemeClr val="lt1"/>
                </a:solidFill>
                <a:latin typeface="Inter Medium"/>
                <a:ea typeface="Inter Medium"/>
                <a:cs typeface="Inter Medium"/>
                <a:sym typeface="Inter Medium"/>
              </a:rPr>
              <a:t>The data is publicly available through </a:t>
            </a:r>
            <a:r>
              <a:rPr b="1" lang="en">
                <a:solidFill>
                  <a:schemeClr val="lt1"/>
                </a:solidFill>
                <a:latin typeface="Inter"/>
                <a:ea typeface="Inter"/>
                <a:cs typeface="Inter"/>
                <a:sym typeface="Inter"/>
              </a:rPr>
              <a:t>Seattle Open Data</a:t>
            </a:r>
            <a:r>
              <a:rPr lang="en">
                <a:solidFill>
                  <a:schemeClr val="lt1"/>
                </a:solidFill>
                <a:latin typeface="Inter Medium"/>
                <a:ea typeface="Inter Medium"/>
                <a:cs typeface="Inter Medium"/>
                <a:sym typeface="Inter Medium"/>
              </a:rPr>
              <a:t> and </a:t>
            </a:r>
            <a:r>
              <a:rPr b="1" lang="en">
                <a:solidFill>
                  <a:schemeClr val="lt1"/>
                </a:solidFill>
                <a:latin typeface="Inter"/>
                <a:ea typeface="Inter"/>
                <a:cs typeface="Inter"/>
                <a:sym typeface="Inter"/>
              </a:rPr>
              <a:t>exposed through a Flask API.</a:t>
            </a:r>
            <a:endParaRPr b="1">
              <a:solidFill>
                <a:schemeClr val="lt1"/>
              </a:solidFill>
              <a:latin typeface="Inter"/>
              <a:ea typeface="Inter"/>
              <a:cs typeface="Inter"/>
              <a:sym typeface="Inter"/>
            </a:endParaRPr>
          </a:p>
          <a:p>
            <a:pPr indent="0" lvl="0" marL="0" rtl="0" algn="l">
              <a:lnSpc>
                <a:spcPct val="115000"/>
              </a:lnSpc>
              <a:spcBef>
                <a:spcPts val="1200"/>
              </a:spcBef>
              <a:spcAft>
                <a:spcPts val="0"/>
              </a:spcAft>
              <a:buNone/>
            </a:pPr>
            <a:r>
              <a:rPr b="1" lang="en" sz="1800">
                <a:solidFill>
                  <a:schemeClr val="lt1"/>
                </a:solidFill>
                <a:latin typeface="Inter"/>
                <a:ea typeface="Inter"/>
                <a:cs typeface="Inter"/>
                <a:sym typeface="Inter"/>
              </a:rPr>
              <a:t>Interoperable</a:t>
            </a:r>
            <a:br>
              <a:rPr lang="en">
                <a:solidFill>
                  <a:schemeClr val="lt1"/>
                </a:solidFill>
                <a:latin typeface="Inter Medium"/>
                <a:ea typeface="Inter Medium"/>
                <a:cs typeface="Inter Medium"/>
                <a:sym typeface="Inter Medium"/>
              </a:rPr>
            </a:br>
            <a:r>
              <a:rPr lang="en">
                <a:solidFill>
                  <a:schemeClr val="lt1"/>
                </a:solidFill>
                <a:latin typeface="Inter Medium"/>
                <a:ea typeface="Inter Medium"/>
                <a:cs typeface="Inter Medium"/>
                <a:sym typeface="Inter Medium"/>
              </a:rPr>
              <a:t>The structure uses </a:t>
            </a:r>
            <a:r>
              <a:rPr b="1" lang="en">
                <a:solidFill>
                  <a:schemeClr val="lt1"/>
                </a:solidFill>
                <a:latin typeface="Inter"/>
                <a:ea typeface="Inter"/>
                <a:cs typeface="Inter"/>
                <a:sym typeface="Inter"/>
              </a:rPr>
              <a:t>JSON and API endpoints</a:t>
            </a:r>
            <a:r>
              <a:rPr lang="en">
                <a:solidFill>
                  <a:schemeClr val="lt1"/>
                </a:solidFill>
                <a:latin typeface="Inter Medium"/>
                <a:ea typeface="Inter Medium"/>
                <a:cs typeface="Inter Medium"/>
                <a:sym typeface="Inter Medium"/>
              </a:rPr>
              <a:t>, allowing the data to be used by </a:t>
            </a:r>
            <a:r>
              <a:rPr b="1" lang="en">
                <a:solidFill>
                  <a:schemeClr val="lt1"/>
                </a:solidFill>
                <a:latin typeface="Inter"/>
                <a:ea typeface="Inter"/>
                <a:cs typeface="Inter"/>
                <a:sym typeface="Inter"/>
              </a:rPr>
              <a:t>Streamlit</a:t>
            </a:r>
            <a:r>
              <a:rPr lang="en">
                <a:solidFill>
                  <a:schemeClr val="lt1"/>
                </a:solidFill>
                <a:latin typeface="Inter Medium"/>
                <a:ea typeface="Inter Medium"/>
                <a:cs typeface="Inter Medium"/>
                <a:sym typeface="Inter Medium"/>
              </a:rPr>
              <a:t> </a:t>
            </a:r>
            <a:r>
              <a:rPr b="1" lang="en">
                <a:solidFill>
                  <a:schemeClr val="lt1"/>
                </a:solidFill>
                <a:latin typeface="Inter"/>
                <a:ea typeface="Inter"/>
                <a:cs typeface="Inter"/>
                <a:sym typeface="Inter"/>
              </a:rPr>
              <a:t>or other applications.</a:t>
            </a:r>
            <a:endParaRPr b="1">
              <a:solidFill>
                <a:schemeClr val="lt1"/>
              </a:solidFill>
              <a:latin typeface="Inter"/>
              <a:ea typeface="Inter"/>
              <a:cs typeface="Inter"/>
              <a:sym typeface="Inter"/>
            </a:endParaRPr>
          </a:p>
          <a:p>
            <a:pPr indent="0" lvl="0" marL="0" rtl="0" algn="l">
              <a:lnSpc>
                <a:spcPct val="115000"/>
              </a:lnSpc>
              <a:spcBef>
                <a:spcPts val="1200"/>
              </a:spcBef>
              <a:spcAft>
                <a:spcPts val="1200"/>
              </a:spcAft>
              <a:buNone/>
            </a:pPr>
            <a:r>
              <a:rPr b="1" lang="en" sz="1800">
                <a:solidFill>
                  <a:schemeClr val="lt1"/>
                </a:solidFill>
                <a:latin typeface="Inter"/>
                <a:ea typeface="Inter"/>
                <a:cs typeface="Inter"/>
                <a:sym typeface="Inter"/>
              </a:rPr>
              <a:t>Reusable</a:t>
            </a:r>
            <a:br>
              <a:rPr lang="en">
                <a:solidFill>
                  <a:schemeClr val="lt1"/>
                </a:solidFill>
                <a:latin typeface="Inter Medium"/>
                <a:ea typeface="Inter Medium"/>
                <a:cs typeface="Inter Medium"/>
                <a:sym typeface="Inter Medium"/>
              </a:rPr>
            </a:br>
            <a:r>
              <a:rPr lang="en">
                <a:solidFill>
                  <a:schemeClr val="lt1"/>
                </a:solidFill>
                <a:latin typeface="Inter Medium"/>
                <a:ea typeface="Inter Medium"/>
                <a:cs typeface="Inter Medium"/>
                <a:sym typeface="Inter Medium"/>
              </a:rPr>
              <a:t>The compiled structure includes </a:t>
            </a:r>
            <a:r>
              <a:rPr b="1" lang="en">
                <a:solidFill>
                  <a:schemeClr val="lt1"/>
                </a:solidFill>
                <a:latin typeface="Inter"/>
                <a:ea typeface="Inter"/>
                <a:cs typeface="Inter"/>
                <a:sym typeface="Inter"/>
              </a:rPr>
              <a:t>park names, addresses, ZIP codes, coordinates, and features, </a:t>
            </a:r>
            <a:r>
              <a:rPr lang="en">
                <a:solidFill>
                  <a:schemeClr val="lt1"/>
                </a:solidFill>
                <a:latin typeface="Inter Medium"/>
                <a:ea typeface="Inter Medium"/>
                <a:cs typeface="Inter Medium"/>
                <a:sym typeface="Inter Medium"/>
              </a:rPr>
              <a:t>making it useful for future park discovery tools.</a:t>
            </a:r>
            <a:endParaRPr>
              <a:solidFill>
                <a:schemeClr val="lt1"/>
              </a:solidFill>
              <a:latin typeface="Inter Medium"/>
              <a:ea typeface="Inter Medium"/>
              <a:cs typeface="Inter Medium"/>
              <a:sym typeface="Inter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633" name="Shape 633"/>
        <p:cNvGrpSpPr/>
        <p:nvPr/>
      </p:nvGrpSpPr>
      <p:grpSpPr>
        <a:xfrm>
          <a:off x="0" y="0"/>
          <a:ext cx="0" cy="0"/>
          <a:chOff x="0" y="0"/>
          <a:chExt cx="0" cy="0"/>
        </a:xfrm>
      </p:grpSpPr>
      <p:sp>
        <p:nvSpPr>
          <p:cNvPr id="634" name="Google Shape;634;p55"/>
          <p:cNvSpPr txBox="1"/>
          <p:nvPr>
            <p:ph type="title"/>
          </p:nvPr>
        </p:nvSpPr>
        <p:spPr>
          <a:xfrm>
            <a:off x="228600" y="457200"/>
            <a:ext cx="5760900" cy="67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Structure Comparison</a:t>
            </a:r>
            <a:endParaRPr/>
          </a:p>
        </p:txBody>
      </p:sp>
      <p:sp>
        <p:nvSpPr>
          <p:cNvPr id="635" name="Google Shape;635;p55"/>
          <p:cNvSpPr/>
          <p:nvPr/>
        </p:nvSpPr>
        <p:spPr>
          <a:xfrm>
            <a:off x="228600" y="1178950"/>
            <a:ext cx="4087200" cy="3733500"/>
          </a:xfrm>
          <a:prstGeom prst="roundRect">
            <a:avLst>
              <a:gd fmla="val 1301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highlight>
                <a:schemeClr val="dk1"/>
              </a:highlight>
              <a:latin typeface="Afacad Flux"/>
              <a:ea typeface="Afacad Flux"/>
              <a:cs typeface="Afacad Flux"/>
              <a:sym typeface="Afacad Flux"/>
            </a:endParaRPr>
          </a:p>
        </p:txBody>
      </p:sp>
      <p:sp>
        <p:nvSpPr>
          <p:cNvPr id="636" name="Google Shape;636;p55"/>
          <p:cNvSpPr txBox="1"/>
          <p:nvPr/>
        </p:nvSpPr>
        <p:spPr>
          <a:xfrm>
            <a:off x="289375" y="2182300"/>
            <a:ext cx="39546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lt1"/>
              </a:buClr>
              <a:buSzPts val="1600"/>
              <a:buFont typeface="Inter"/>
              <a:buChar char="●"/>
            </a:pPr>
            <a:r>
              <a:rPr lang="en" sz="1600">
                <a:solidFill>
                  <a:schemeClr val="lt1"/>
                </a:solidFill>
                <a:latin typeface="Inter"/>
                <a:ea typeface="Inter"/>
                <a:cs typeface="Inter"/>
                <a:sym typeface="Inter"/>
              </a:rPr>
              <a:t>Park addresses and park features were separated</a:t>
            </a:r>
            <a:endParaRPr sz="1600">
              <a:solidFill>
                <a:schemeClr val="lt1"/>
              </a:solidFill>
              <a:latin typeface="Inter"/>
              <a:ea typeface="Inter"/>
              <a:cs typeface="Inter"/>
              <a:sym typeface="Inter"/>
            </a:endParaRPr>
          </a:p>
          <a:p>
            <a:pPr indent="-330200" lvl="0" marL="4572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Users needed to interpret raw open data manually</a:t>
            </a:r>
            <a:endParaRPr sz="1600">
              <a:solidFill>
                <a:schemeClr val="lt1"/>
              </a:solidFill>
              <a:latin typeface="Inter"/>
              <a:ea typeface="Inter"/>
              <a:cs typeface="Inter"/>
              <a:sym typeface="Inter"/>
            </a:endParaRPr>
          </a:p>
          <a:p>
            <a:pPr indent="-330200" lvl="0" marL="4572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Harder to check completeness and validity across both datasets</a:t>
            </a:r>
            <a:endParaRPr sz="1600">
              <a:solidFill>
                <a:schemeClr val="lt1"/>
              </a:solidFill>
              <a:latin typeface="Inter"/>
              <a:ea typeface="Inter"/>
              <a:cs typeface="Inter"/>
              <a:sym typeface="Inter"/>
            </a:endParaRPr>
          </a:p>
        </p:txBody>
      </p:sp>
      <p:sp>
        <p:nvSpPr>
          <p:cNvPr id="637" name="Google Shape;637;p55"/>
          <p:cNvSpPr/>
          <p:nvPr/>
        </p:nvSpPr>
        <p:spPr>
          <a:xfrm>
            <a:off x="4676400" y="1178950"/>
            <a:ext cx="4087200" cy="3733500"/>
          </a:xfrm>
          <a:prstGeom prst="roundRect">
            <a:avLst>
              <a:gd fmla="val 1301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highlight>
                <a:schemeClr val="dk1"/>
              </a:highlight>
              <a:latin typeface="Afacad Flux"/>
              <a:ea typeface="Afacad Flux"/>
              <a:cs typeface="Afacad Flux"/>
              <a:sym typeface="Afacad Flux"/>
            </a:endParaRPr>
          </a:p>
        </p:txBody>
      </p:sp>
      <p:sp>
        <p:nvSpPr>
          <p:cNvPr id="638" name="Google Shape;638;p55"/>
          <p:cNvSpPr txBox="1"/>
          <p:nvPr/>
        </p:nvSpPr>
        <p:spPr>
          <a:xfrm>
            <a:off x="458175" y="1524450"/>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400">
                <a:solidFill>
                  <a:schemeClr val="lt1"/>
                </a:solidFill>
                <a:latin typeface="Inter"/>
                <a:ea typeface="Inter"/>
                <a:cs typeface="Inter"/>
                <a:sym typeface="Inter"/>
              </a:rPr>
              <a:t>Before</a:t>
            </a:r>
            <a:endParaRPr b="1" sz="2400">
              <a:latin typeface="Inter"/>
              <a:ea typeface="Inter"/>
              <a:cs typeface="Inter"/>
              <a:sym typeface="Inter"/>
            </a:endParaRPr>
          </a:p>
        </p:txBody>
      </p:sp>
      <p:sp>
        <p:nvSpPr>
          <p:cNvPr id="639" name="Google Shape;639;p55"/>
          <p:cNvSpPr txBox="1"/>
          <p:nvPr/>
        </p:nvSpPr>
        <p:spPr>
          <a:xfrm>
            <a:off x="4676400" y="2187825"/>
            <a:ext cx="40872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lt1"/>
              </a:buClr>
              <a:buSzPts val="1600"/>
              <a:buFont typeface="Inter"/>
              <a:buChar char="●"/>
            </a:pPr>
            <a:r>
              <a:rPr lang="en" sz="1600">
                <a:solidFill>
                  <a:schemeClr val="lt1"/>
                </a:solidFill>
                <a:latin typeface="Inter"/>
                <a:ea typeface="Inter"/>
                <a:cs typeface="Inter"/>
                <a:sym typeface="Inter"/>
              </a:rPr>
              <a:t>Each park has its address, location, and features in one object </a:t>
            </a:r>
            <a:endParaRPr sz="1600">
              <a:solidFill>
                <a:schemeClr val="lt1"/>
              </a:solidFill>
              <a:latin typeface="Inter"/>
              <a:ea typeface="Inter"/>
              <a:cs typeface="Inter"/>
              <a:sym typeface="Inter"/>
            </a:endParaRPr>
          </a:p>
          <a:p>
            <a:pPr indent="-330200" lvl="0" marL="4572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Users can search/filter through a map</a:t>
            </a:r>
            <a:endParaRPr sz="1600">
              <a:solidFill>
                <a:schemeClr val="lt1"/>
              </a:solidFill>
              <a:latin typeface="Inter"/>
              <a:ea typeface="Inter"/>
              <a:cs typeface="Inter"/>
              <a:sym typeface="Inter"/>
            </a:endParaRPr>
          </a:p>
          <a:p>
            <a:pPr indent="-330200" lvl="0" marL="4572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Easier to validate missing coordinates, addresses, or features</a:t>
            </a:r>
            <a:endParaRPr sz="1600">
              <a:solidFill>
                <a:schemeClr val="lt1"/>
              </a:solidFill>
              <a:latin typeface="Inter"/>
              <a:ea typeface="Inter"/>
              <a:cs typeface="Inter"/>
              <a:sym typeface="Inter"/>
            </a:endParaRPr>
          </a:p>
        </p:txBody>
      </p:sp>
      <p:sp>
        <p:nvSpPr>
          <p:cNvPr id="640" name="Google Shape;640;p55"/>
          <p:cNvSpPr txBox="1"/>
          <p:nvPr/>
        </p:nvSpPr>
        <p:spPr>
          <a:xfrm>
            <a:off x="4857250" y="152997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400">
                <a:solidFill>
                  <a:schemeClr val="lt1"/>
                </a:solidFill>
                <a:latin typeface="Inter"/>
                <a:ea typeface="Inter"/>
                <a:cs typeface="Inter"/>
                <a:sym typeface="Inter"/>
              </a:rPr>
              <a:t>After</a:t>
            </a:r>
            <a:endParaRPr b="1" sz="2400">
              <a:solidFill>
                <a:schemeClr val="lt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6"/>
          <p:cNvSpPr txBox="1"/>
          <p:nvPr>
            <p:ph type="title"/>
          </p:nvPr>
        </p:nvSpPr>
        <p:spPr>
          <a:xfrm>
            <a:off x="228600" y="718375"/>
            <a:ext cx="5852100" cy="172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9600"/>
              <a:t>Thank you!</a:t>
            </a:r>
            <a:endParaRPr sz="9600"/>
          </a:p>
        </p:txBody>
      </p:sp>
      <p:sp>
        <p:nvSpPr>
          <p:cNvPr id="646" name="Google Shape;646;p56"/>
          <p:cNvSpPr/>
          <p:nvPr/>
        </p:nvSpPr>
        <p:spPr>
          <a:xfrm>
            <a:off x="676861" y="4498250"/>
            <a:ext cx="1227600" cy="1227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647" name="Google Shape;647;p56"/>
          <p:cNvSpPr/>
          <p:nvPr/>
        </p:nvSpPr>
        <p:spPr>
          <a:xfrm>
            <a:off x="1483886" y="2649300"/>
            <a:ext cx="2494200" cy="2494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648" name="Google Shape;648;p56"/>
          <p:cNvSpPr/>
          <p:nvPr/>
        </p:nvSpPr>
        <p:spPr>
          <a:xfrm>
            <a:off x="4629750" y="3337800"/>
            <a:ext cx="4368300" cy="15744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70000"/>
              </a:lnSpc>
              <a:spcBef>
                <a:spcPts val="0"/>
              </a:spcBef>
              <a:spcAft>
                <a:spcPts val="0"/>
              </a:spcAft>
              <a:buNone/>
            </a:pPr>
            <a:r>
              <a:rPr b="1" lang="en" sz="4800">
                <a:solidFill>
                  <a:schemeClr val="lt1"/>
                </a:solidFill>
                <a:latin typeface="Afacad Flux SemiBold"/>
                <a:ea typeface="Afacad Flux SemiBold"/>
                <a:cs typeface="Afacad Flux SemiBold"/>
                <a:sym typeface="Afacad Flux SemiBold"/>
              </a:rPr>
              <a:t>Questions?</a:t>
            </a:r>
            <a:endParaRPr>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Natural">
  <a:themeElements>
    <a:clrScheme name="Simple Light">
      <a:dk1>
        <a:srgbClr val="FAFAFA"/>
      </a:dk1>
      <a:lt1>
        <a:srgbClr val="000000"/>
      </a:lt1>
      <a:dk2>
        <a:srgbClr val="013D27"/>
      </a:dk2>
      <a:lt2>
        <a:srgbClr val="E9FFE5"/>
      </a:lt2>
      <a:accent1>
        <a:srgbClr val="03C704"/>
      </a:accent1>
      <a:accent2>
        <a:srgbClr val="8CEA7D"/>
      </a:accent2>
      <a:accent3>
        <a:srgbClr val="00AA01"/>
      </a:accent3>
      <a:accent4>
        <a:srgbClr val="3C4043"/>
      </a:accent4>
      <a:accent5>
        <a:srgbClr val="8D8D8D"/>
      </a:accent5>
      <a:accent6>
        <a:srgbClr val="EDEEF0"/>
      </a:accent6>
      <a:hlink>
        <a:srgbClr val="8CEA7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